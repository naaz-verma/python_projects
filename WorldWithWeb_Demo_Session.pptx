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0" y="2560320"/>
            <a:ext cx="3931920" cy="50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WorldWithWeb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B4D8"/>
                </a:solidFill>
                <a:latin typeface="Calibri"/>
              </a:defRPr>
            </a:pPr>
            <a:r>
              <a:t>Learn Tech. Build Real Things.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Demo Session  |  Classes 8th - 10th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E676"/>
                </a:solidFill>
                <a:latin typeface="Calibri"/>
              </a:defRPr>
            </a:pPr>
            <a:r>
              <a:t>Quick Question...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Calibri"/>
              </a:defRPr>
            </a:pPr>
            <a:r>
              <a:t>"What did you use AI for today?"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ChatGPT for homework?    Image generators?    Gaming AI?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You're already using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CCCCCC"/>
                </a:solidFill>
                <a:latin typeface="Calibri"/>
              </a:defRPr>
            </a:pPr>
            <a:r>
              <a:t>But there's a difference between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3657600"/>
            <a:ext cx="3200400" cy="18288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39319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9F1C"/>
                </a:solidFill>
                <a:latin typeface="Calibri"/>
              </a:defRPr>
            </a:pPr>
            <a:r>
              <a:t>Using a tool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657600"/>
            <a:ext cx="3200400" cy="18288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39319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E676"/>
                </a:solidFill>
                <a:latin typeface="Calibri"/>
              </a:defRPr>
            </a:pPr>
            <a:r>
              <a:t>Building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Let me show you what I built.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B4D8"/>
                </a:solidFill>
                <a:latin typeface="Calibri"/>
              </a:defRPr>
            </a:pPr>
            <a:r>
              <a:t>7 projects. All Python. All real.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029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E676"/>
                </a:solidFill>
                <a:latin typeface="Calibri"/>
              </a:defRPr>
            </a:pPr>
            <a:r>
              <a:t>[ LIVE DEMO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456E"/>
                </a:solidFill>
                <a:latin typeface="Calibri"/>
              </a:defRPr>
            </a:pPr>
            <a: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Network Sentinel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CCCCC"/>
                </a:solidFill>
                <a:latin typeface="Calibri"/>
              </a:defRPr>
            </a:pPr>
            <a:r>
              <a:t>"This scans your own machine for open ports --</a:t>
            </a:r>
            <a:br/>
            <a:r>
              <a:t>the same way hackers find entry points."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456E"/>
                </a:solidFill>
                <a:latin typeface="Calibri"/>
              </a:defRPr>
            </a:pPr>
            <a:r>
              <a:t>What it does:</a:t>
            </a:r>
          </a:p>
          <a:p>
            <a:pPr algn="l">
              <a:spcBef>
                <a:spcPts val="6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Scans network ports on any machine</a:t>
            </a:r>
          </a:p>
          <a:p>
            <a:pPr algn="l">
              <a:spcBef>
                <a:spcPts val="6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Shows which doors are open to attackers</a:t>
            </a:r>
          </a:p>
          <a:p>
            <a:pPr algn="l">
              <a:spcBef>
                <a:spcPts val="6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Real tool. Real cybersecurity.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1C"/>
                </a:solidFill>
                <a:latin typeface="Calibri"/>
              </a:defRPr>
            </a:pPr>
            <a: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Password Fortress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CCCCCC"/>
                </a:solidFill>
                <a:latin typeface="Calibri"/>
              </a:defRPr>
            </a:pPr>
            <a:r>
              <a:t>"Let's crack a password. Right now."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657600"/>
            <a:ext cx="4114800" cy="22860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93192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1C"/>
                </a:solidFill>
                <a:latin typeface="Calibri"/>
              </a:defRPr>
            </a:pPr>
            <a:r>
              <a:t>Password: "abc"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FF456E"/>
                </a:solidFill>
                <a:latin typeface="Calibri"/>
              </a:defRPr>
            </a:pPr>
            <a:r>
              <a:t>Cracked in 0.001 seconds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CCCCCC"/>
                </a:solidFill>
                <a:latin typeface="Calibri"/>
              </a:defRPr>
            </a:pPr>
            <a:r>
              <a:t>Your Instagram is gone.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3657600"/>
            <a:ext cx="5029200" cy="22860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  <a:latin typeface="Calibri"/>
              </a:defRPr>
            </a:pPr>
            <a:r>
              <a:t>Password: "X#9kL2$m"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00E676"/>
                </a:solidFill>
                <a:latin typeface="Calibri"/>
              </a:defRPr>
            </a:pPr>
            <a:r>
              <a:t>Would take years to crack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CCCCCC"/>
                </a:solidFill>
                <a:latin typeface="Calibri"/>
              </a:defRPr>
            </a:pPr>
            <a:r>
              <a:t>This is why password strength matters.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Calibri"/>
              </a:defRPr>
            </a:pPr>
            <a:r>
              <a:t>DEMO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Quiz Master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CCCCC"/>
                </a:solidFill>
                <a:latin typeface="Calibri"/>
              </a:defRPr>
            </a:pPr>
            <a:r>
              <a:t>"Pick ANY topic. The AI generates a quiz in real-time."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  <a:latin typeface="Calibri"/>
              </a:defRPr>
            </a:pPr>
            <a:r>
              <a:t>What's happening behind the scenes:</a:t>
            </a:r>
          </a:p>
          <a:p>
            <a:pPr algn="l">
              <a:spcBef>
                <a:spcPts val="6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Python sends a prompt to an AI model</a:t>
            </a:r>
          </a:p>
          <a:p>
            <a:pPr algn="l">
              <a:spcBef>
                <a:spcPts val="6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AI generates questions in JSON format</a:t>
            </a:r>
          </a:p>
          <a:p>
            <a:pPr algn="l">
              <a:spcBef>
                <a:spcPts val="6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Streamlit renders it as a web app</a:t>
            </a:r>
          </a:p>
          <a:p>
            <a:pPr algn="l">
              <a:spcBef>
                <a:spcPts val="600"/>
              </a:spcBef>
              <a:defRPr sz="2200" b="1">
                <a:solidFill>
                  <a:srgbClr val="00E676"/>
                </a:solidFill>
                <a:latin typeface="Calibri"/>
              </a:defRPr>
            </a:pPr>
            <a:r>
              <a:t>"I built this. The AI is the brain, but I wrote the body."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B86FC"/>
                </a:solidFill>
                <a:latin typeface="Calibri"/>
              </a:defRPr>
            </a:pPr>
            <a:r>
              <a:t>DEMOS 4 &amp;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Chatbot  &amp;  Story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5029200" cy="32004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BB86FC"/>
                </a:solidFill>
                <a:latin typeface="Calibri"/>
              </a:defRPr>
            </a:pPr>
            <a:r>
              <a:t>AI Chatbot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CCCCCC"/>
                </a:solidFill>
                <a:latin typeface="Calibri"/>
              </a:defRPr>
            </a:pPr>
            <a:r>
              <a:t>"Looks like ChatGPT?"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But I control: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  Which AI model it uses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  What personality it has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  What data it can see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560320"/>
            <a:ext cx="5029200" cy="32004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83464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Calibri"/>
              </a:defRPr>
            </a:pPr>
            <a:r>
              <a:t>Story Forge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CCCCCC"/>
                </a:solidFill>
                <a:latin typeface="Calibri"/>
              </a:defRPr>
            </a:pPr>
            <a:r>
              <a:t>"Choose your adventure."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You pick a genre + character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AI writes the story in real-time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Your choices shape the plot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B4D8"/>
                </a:solidFill>
                <a:latin typeface="Calibri"/>
              </a:defRPr>
            </a:pPr>
            <a:r>
              <a:t>Behind the curtain...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2286000"/>
            <a:ext cx="8503920" cy="2286000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246888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onsolas"/>
              </a:defRPr>
            </a:pPr>
            <a:r>
              <a:t>utils.py  --  70 lines of Python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00E676"/>
                </a:solidFill>
                <a:latin typeface="Consolas"/>
              </a:defRPr>
            </a:pPr>
            <a:r>
              <a:t>url = "https://ai.googleapis.com/v1/models/gemma:generateContent"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00E676"/>
                </a:solidFill>
                <a:latin typeface="Consolas"/>
              </a:defRPr>
            </a:pPr>
            <a:r>
              <a:t>response = requests.post(url, json=data)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00E676"/>
                </a:solidFill>
                <a:latin typeface="Consolas"/>
              </a:defRPr>
            </a:pPr>
            <a:r>
              <a:t>return response.json()["candidates"][0]["content"]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This is ALL the code that connects to AI.</a:t>
            </a:r>
            <a:br/>
            <a:r>
              <a:t>Not magic. Python + an API + knowing how the internet works.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Three Levels of Tech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1148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99999"/>
                </a:solidFill>
                <a:latin typeface="Calibri"/>
              </a:defRPr>
            </a:pPr>
            <a:r>
              <a:t>Level 1</a:t>
            </a:r>
          </a:p>
          <a:p>
            <a:pPr algn="l">
              <a:spcBef>
                <a:spcPts val="600"/>
              </a:spcBef>
              <a:defRPr sz="3200" b="1">
                <a:solidFill>
                  <a:srgbClr val="999999"/>
                </a:solidFill>
                <a:latin typeface="Calibri"/>
              </a:defRPr>
            </a:pPr>
            <a:r>
              <a:t>USER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CCCCCC"/>
                </a:solidFill>
                <a:latin typeface="Calibri"/>
              </a:defRPr>
            </a:pPr>
            <a:r>
              <a:t>You type prompts into ChatGPT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999999"/>
                </a:solidFill>
                <a:latin typeface="Calibri"/>
              </a:defRPr>
            </a:pPr>
            <a:r>
              <a:t>Everyone is here.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999999"/>
                </a:solidFill>
                <a:latin typeface="Calibri"/>
              </a:defRPr>
            </a:pPr>
            <a:r>
              <a:t>No advantage.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463040"/>
            <a:ext cx="3383280" cy="41148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0" y="173736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4D8"/>
                </a:solidFill>
                <a:latin typeface="Calibri"/>
              </a:defRPr>
            </a:pPr>
            <a:r>
              <a:t>Level 2</a:t>
            </a:r>
          </a:p>
          <a:p>
            <a:pPr algn="l">
              <a:spcBef>
                <a:spcPts val="600"/>
              </a:spcBef>
              <a:defRPr sz="3200" b="1">
                <a:solidFill>
                  <a:srgbClr val="00B4D8"/>
                </a:solidFill>
                <a:latin typeface="Calibri"/>
              </a:defRPr>
            </a:pPr>
            <a:r>
              <a:t>BUILDER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You make AI do what YOU want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Build apps, tools, businesses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00B4D8"/>
                </a:solidFill>
                <a:latin typeface="Calibri"/>
              </a:defRPr>
            </a:pPr>
            <a:r>
              <a:t>Few people are here.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00B4D8"/>
                </a:solidFill>
                <a:latin typeface="Calibri"/>
              </a:defRPr>
            </a:pPr>
            <a:r>
              <a:t>This is where jobs 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383280" cy="41148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73736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  <a:latin typeface="Calibri"/>
              </a:defRPr>
            </a:pPr>
            <a:r>
              <a:t>Level 3</a:t>
            </a:r>
          </a:p>
          <a:p>
            <a:pPr algn="l">
              <a:spcBef>
                <a:spcPts val="600"/>
              </a:spcBef>
              <a:defRPr sz="3200" b="1">
                <a:solidFill>
                  <a:srgbClr val="00E676"/>
                </a:solidFill>
                <a:latin typeface="Calibri"/>
              </a:defRPr>
            </a:pPr>
            <a:r>
              <a:t>CREATOR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You understand the systems behind AI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You CREATE the next ChatGPT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00E676"/>
                </a:solidFill>
                <a:latin typeface="Calibri"/>
              </a:defRPr>
            </a:pPr>
            <a:r>
              <a:t>Almost nobody your age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00E676"/>
                </a:solidFill>
                <a:latin typeface="Calibri"/>
              </a:defRPr>
            </a:pPr>
            <a:r>
              <a:t>is here. This is the future.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85216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4D8"/>
                </a:solidFill>
                <a:latin typeface="Calibri"/>
              </a:defRPr>
            </a:pPr>
            <a:r>
              <a:t>We take you from Level 1 to Level 2. And prepare you for Level 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457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9F1C"/>
                </a:solidFill>
                <a:latin typeface="Calibri"/>
              </a:defRPr>
            </a:pPr>
            <a:r>
              <a:t>"But AI can write code. Why learn?"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03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FFFFF"/>
                </a:solidFill>
                <a:latin typeface="Calibri"/>
              </a:defRPr>
            </a:pPr>
            <a:r>
              <a:t>Calculators exist. We still learn math.</a:t>
            </a:r>
          </a:p>
          <a:p>
            <a:pPr algn="l">
              <a:spcBef>
                <a:spcPts val="400"/>
              </a:spcBef>
              <a:defRPr sz="2600" b="0">
                <a:solidFill>
                  <a:srgbClr val="FFFFFF"/>
                </a:solidFill>
                <a:latin typeface="Calibri"/>
              </a:defRPr>
            </a:pPr>
            <a:r>
              <a:t>You need to know WHEN to use AI,</a:t>
            </a:r>
          </a:p>
          <a:p>
            <a:pPr algn="l">
              <a:spcBef>
                <a:spcPts val="400"/>
              </a:spcBef>
              <a:defRPr sz="2600" b="0">
                <a:solidFill>
                  <a:srgbClr val="FFFFFF"/>
                </a:solidFill>
                <a:latin typeface="Calibri"/>
              </a:defRPr>
            </a:pPr>
            <a:r>
              <a:t>WHETHER the answer is right,</a:t>
            </a:r>
          </a:p>
          <a:p>
            <a:pPr algn="l">
              <a:spcBef>
                <a:spcPts val="400"/>
              </a:spcBef>
              <a:defRPr sz="2600" b="0">
                <a:solidFill>
                  <a:srgbClr val="FFFFFF"/>
                </a:solidFill>
                <a:latin typeface="Calibri"/>
              </a:defRPr>
            </a:pPr>
            <a:r>
              <a:t>and WHAT to ask.</a:t>
            </a:r>
          </a:p>
          <a:p>
            <a:pPr algn="l">
              <a:spcBef>
                <a:spcPts val="400"/>
              </a:spcBef>
              <a:defRPr sz="26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2600" b="0">
                <a:solidFill>
                  <a:srgbClr val="CCCCCC"/>
                </a:solidFill>
                <a:latin typeface="Calibri"/>
              </a:defRPr>
            </a:pPr>
            <a:r>
              <a:t>If you can't tell whether AI's output is correct,</a:t>
            </a:r>
          </a:p>
          <a:p>
            <a:pPr algn="l">
              <a:spcBef>
                <a:spcPts val="400"/>
              </a:spcBef>
              <a:defRPr sz="2600" b="0">
                <a:solidFill>
                  <a:srgbClr val="CCCCCC"/>
                </a:solidFill>
                <a:latin typeface="Calibri"/>
              </a:defRPr>
            </a:pPr>
            <a:r>
              <a:t>secure, or efficient --</a:t>
            </a:r>
          </a:p>
          <a:p>
            <a:pPr algn="l">
              <a:spcBef>
                <a:spcPts val="400"/>
              </a:spcBef>
              <a:defRPr sz="2600" b="0">
                <a:solidFill>
                  <a:srgbClr val="CCCCCC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2600" b="0">
                <a:solidFill>
                  <a:srgbClr val="FF9F1C"/>
                </a:solidFill>
                <a:latin typeface="Calibri"/>
              </a:defRPr>
            </a:pPr>
            <a:r>
              <a:t>you're not the builder. You're the passenger.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457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Let's address the hype.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10515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FF45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456E"/>
                </a:solidFill>
                <a:latin typeface="Calibri"/>
              </a:defRPr>
            </a:pPr>
            <a:r>
              <a:t>"AI will replace coders"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73736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AI replaces coders who can't think.</a:t>
            </a:r>
            <a:br/>
            <a:r>
              <a:t>It amplifies coders who can.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80360"/>
            <a:ext cx="10698480" cy="10515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1C"/>
                </a:solidFill>
                <a:latin typeface="Calibri"/>
              </a:defRPr>
            </a:pPr>
            <a:r>
              <a:t>"I can just use ChatGPT"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97180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Sure. So can everyone else.</a:t>
            </a:r>
            <a:br/>
            <a:r>
              <a:t>What's YOUR edge?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10698480" cy="10515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519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4D8"/>
                </a:solidFill>
                <a:latin typeface="Calibri"/>
              </a:defRPr>
            </a:pPr>
            <a:r>
              <a:t>"School math is useless"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20624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The password cracker you just saw?</a:t>
            </a:r>
            <a:br/>
            <a:r>
              <a:t>That's combinatorics from your math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49240"/>
            <a:ext cx="10698480" cy="105156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4864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  <a:latin typeface="Calibri"/>
              </a:defRPr>
            </a:pPr>
            <a:r>
              <a:t>"I want to be a hacker"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544068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Great. Hackers are the best learners</a:t>
            </a:r>
            <a:br/>
            <a:r>
              <a:t>I know. Let's channel that.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4572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Start Your Portfolio Now.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CCCCC"/>
                </a:solidFill>
                <a:latin typeface="Calibri"/>
              </a:defRPr>
            </a:pPr>
            <a:r>
              <a:t>In 8th-10th grade, nobody expects you to have one.</a:t>
            </a:r>
            <a:br/>
            <a:r>
              <a:t>That's exactly why having one is powerful.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3017520"/>
            <a:ext cx="4389120" cy="27432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329184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999999"/>
                </a:solidFill>
                <a:latin typeface="Calibri"/>
              </a:defRPr>
            </a:pPr>
            <a:r>
              <a:t>Student A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0">
                <a:solidFill>
                  <a:srgbClr val="CCCCCC"/>
                </a:solidFill>
                <a:latin typeface="Calibri"/>
              </a:defRPr>
            </a:pPr>
            <a:r>
              <a:t>"I know Python."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0">
                <a:solidFill>
                  <a:srgbClr val="999999"/>
                </a:solidFill>
                <a:latin typeface="Calibri"/>
              </a:defRPr>
            </a:pPr>
            <a:r>
              <a:t>No proof. No projects.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999999"/>
                </a:solidFill>
                <a:latin typeface="Calibri"/>
              </a:defRPr>
            </a:pPr>
            <a:r>
              <a:t>Just a claim.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017520"/>
            <a:ext cx="4389120" cy="27432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329184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E676"/>
                </a:solidFill>
                <a:latin typeface="Calibri"/>
              </a:defRPr>
            </a:pPr>
            <a:r>
              <a:t>Student B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Opens laptop. Shows a live</a:t>
            </a:r>
          </a:p>
          <a:p>
            <a:pPr algn="l">
              <a:spcBef>
                <a:spcPts val="600"/>
              </a:spcBef>
              <a:defRPr sz="2200" b="0">
                <a:solidFill>
                  <a:srgbClr val="FFFFFF"/>
                </a:solidFill>
                <a:latin typeface="Calibri"/>
              </a:defRPr>
            </a:pPr>
            <a:r>
              <a:t>AI chatbot they built.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0">
                <a:solidFill>
                  <a:srgbClr val="00E676"/>
                </a:solidFill>
                <a:latin typeface="Calibri"/>
              </a:defRPr>
            </a:pPr>
            <a:r>
              <a:t>7 projects. Real portfolio.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Your 6-Week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058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00B4D8"/>
                </a:solidFill>
                <a:latin typeface="Calibri"/>
              </a:defRPr>
            </a:pPr>
            <a:r>
              <a:t>Learn.  Build.  Amplify.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3566160" cy="41148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1C"/>
                </a:solidFill>
                <a:latin typeface="Calibri"/>
              </a:defRPr>
            </a:pPr>
            <a:r>
              <a:t>Phase 1: Foundation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Weeks 1-2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Python fundamentals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Logic &amp; problem-solving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No AI. Intentionally.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999999"/>
                </a:solidFill>
                <a:latin typeface="Calibri"/>
              </a:defRPr>
            </a:pPr>
            <a:r>
              <a:t>Project: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FF9F1C"/>
                </a:solidFill>
                <a:latin typeface="Calibri"/>
              </a:defRPr>
            </a:pPr>
            <a:r>
              <a:t>Password Fortress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999999"/>
                </a:solidFill>
                <a:latin typeface="Calibri"/>
              </a:defRPr>
            </a:pPr>
            <a:r>
              <a:t>AI role: None.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CCCCCC"/>
                </a:solidFill>
                <a:latin typeface="Calibri"/>
              </a:defRPr>
            </a:pPr>
            <a:r>
              <a:t>"Learn to think first."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2011680"/>
            <a:ext cx="3566160" cy="41148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  <a:latin typeface="Calibri"/>
              </a:defRPr>
            </a:pPr>
            <a:r>
              <a:t>Phase 2: Building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Weeks 3-4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APIs, web apps, OOP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How AI models work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Connect to real AI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999999"/>
                </a:solidFill>
                <a:latin typeface="Calibri"/>
              </a:defRPr>
            </a:pPr>
            <a:r>
              <a:t>Projects:</a:t>
            </a:r>
          </a:p>
          <a:p>
            <a:pPr algn="l">
              <a:spcBef>
                <a:spcPts val="600"/>
              </a:spcBef>
              <a:defRPr sz="1700" b="1">
                <a:solidFill>
                  <a:srgbClr val="00B4D8"/>
                </a:solidFill>
                <a:latin typeface="Calibri"/>
              </a:defRPr>
            </a:pPr>
            <a:r>
              <a:t>Quiz Master, Space Defender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999999"/>
                </a:solidFill>
                <a:latin typeface="Calibri"/>
              </a:defRPr>
            </a:pPr>
            <a:r>
              <a:t>AI role: Learning tool.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CCCCCC"/>
                </a:solidFill>
                <a:latin typeface="Calibri"/>
              </a:defRPr>
            </a:pPr>
            <a:r>
              <a:t>"Ask better questions."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011680"/>
            <a:ext cx="3566160" cy="41148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228600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  <a:latin typeface="Calibri"/>
              </a:defRPr>
            </a:pPr>
            <a:r>
              <a:t>Phase 3: Amplify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Weeks 5-6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Full AI-powered apps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Design your own project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Portfolio ready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999999"/>
                </a:solidFill>
                <a:latin typeface="Calibri"/>
              </a:defRPr>
            </a:pPr>
            <a:r>
              <a:t>Projects:</a:t>
            </a:r>
          </a:p>
          <a:p>
            <a:pPr algn="l">
              <a:spcBef>
                <a:spcPts val="600"/>
              </a:spcBef>
              <a:defRPr sz="1700" b="1">
                <a:solidFill>
                  <a:srgbClr val="00E676"/>
                </a:solidFill>
                <a:latin typeface="Calibri"/>
              </a:defRPr>
            </a:pPr>
            <a:r>
              <a:t>Chatbot, Tutor, Story Forge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999999"/>
                </a:solidFill>
                <a:latin typeface="Calibri"/>
              </a:defRPr>
            </a:pPr>
            <a:r>
              <a:t>AI role: Co-builder.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CCCCCC"/>
                </a:solidFill>
                <a:latin typeface="Calibri"/>
              </a:defRPr>
            </a:pPr>
            <a:r>
              <a:t>"You + AI = 10x"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9144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The Difference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286000"/>
            <a:ext cx="9418320" cy="13716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FF45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46888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456E"/>
                </a:solidFill>
                <a:latin typeface="Consolas"/>
              </a:defRPr>
            </a:pPr>
            <a:r>
              <a:t>Without foundation      --&gt;      Use AI blindly      --&gt;      You're replaceable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114800"/>
            <a:ext cx="9418320" cy="137160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29768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E676"/>
                </a:solidFill>
                <a:latin typeface="Consolas"/>
              </a:defRPr>
            </a:pPr>
            <a:r>
              <a:t>With foundation         --&gt;      Direct AI           --&gt;      You're invaluable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If you could build ANY</a:t>
            </a:r>
            <a:br/>
            <a:r>
              <a:t>app or tool...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E676"/>
                </a:solidFill>
                <a:latin typeface="Calibri"/>
              </a:defRPr>
            </a:pPr>
            <a:r>
              <a:t>What would it be?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4864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99999"/>
                </a:solidFill>
                <a:latin typeface="Calibri"/>
              </a:defRPr>
            </a:pPr>
            <a:r>
              <a:t>[ Open discussion -- let students share ideas 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457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What's Coming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828800"/>
            <a:ext cx="9418320" cy="96012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965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1C"/>
                </a:solidFill>
                <a:latin typeface="Calibri"/>
              </a:defRPr>
            </a:pPr>
            <a:r>
              <a:t>Week 1-2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96596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Python Fundamentals + Password Fortress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017520"/>
            <a:ext cx="9418320" cy="96012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3154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Calibri"/>
              </a:defRPr>
            </a:pPr>
            <a:r>
              <a:t>Week 3-4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1546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APIs + Web Apps + AI Integration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4206240"/>
            <a:ext cx="9418320" cy="96012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43434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  <a:latin typeface="Calibri"/>
              </a:defRPr>
            </a:pPr>
            <a:r>
              <a:t>Week 5-6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43434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Full AI Apps + Your Own Project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5394960"/>
            <a:ext cx="9418320" cy="960120"/>
          </a:xfrm>
          <a:prstGeom prst="roundRect">
            <a:avLst/>
          </a:prstGeom>
          <a:solidFill>
            <a:srgbClr val="252540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55321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BB86FC"/>
                </a:solidFill>
                <a:latin typeface="Calibri"/>
              </a:defRPr>
            </a:pPr>
            <a:r>
              <a:t>Bonus Sessions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5321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Linux, Git, Web Scraping, CTF, Hackathon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0" y="2286000"/>
            <a:ext cx="3931920" cy="50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9144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WorldWithWeb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00B4D8"/>
                </a:solidFill>
                <a:latin typeface="Calibri"/>
              </a:defRPr>
            </a:pPr>
            <a:r>
              <a:t>Don't learn to code. Code to learn.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CCCCC"/>
                </a:solidFill>
                <a:latin typeface="Calibri"/>
              </a:defRPr>
            </a:pPr>
            <a:r>
              <a:t>worldwithweb.com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spcBef>
                <a:spcPts val="600"/>
              </a:spcBef>
              <a:defRPr sz="2800" b="1">
                <a:solidFill>
                  <a:srgbClr val="00E676"/>
                </a:solidFill>
                <a:latin typeface="Calibri"/>
              </a:defRPr>
            </a:pPr>
            <a:r>
              <a:t>Let's build something.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