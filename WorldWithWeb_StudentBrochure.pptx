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10439247" y="4572000"/>
            <a:ext cx="1676095" cy="1371600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5400000">
            <a:off x="-137160" y="137160"/>
            <a:ext cx="1371600" cy="109728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57200"/>
            <a:ext cx="2419502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WORLDWITHWEB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0000"/>
                </a:solidFill>
                <a:latin typeface="Calibri"/>
              </a:rPr>
              <a:t>Build Your Tech Career — Starting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F2F2"/>
                </a:solidFill>
                <a:latin typeface="Calibri"/>
              </a:rPr>
              <a:t>Project-based courses for school &amp; college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Every course includes: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Real Projects   |   GitHub Portfolio   |   LinkedIn Showcase   |   AI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28600"/>
            <a:ext cx="940918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Your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920240" cy="1463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Learn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14884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645920"/>
            <a:ext cx="1920240" cy="1463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148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Build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14884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1645920"/>
            <a:ext cx="1920240" cy="1463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1496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148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Deploy on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214884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41464" y="1645920"/>
            <a:ext cx="1920240" cy="1463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78624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148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Showcase on
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2148840"/>
            <a:ext cx="21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0000"/>
                </a:solidFill>
                <a:latin typeface="Calibr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8592" y="1645920"/>
            <a:ext cx="1920240" cy="14630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5752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0000"/>
                </a:solidFill>
                <a:latin typeface="Calibr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1488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Career-Ready
Portfolio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Calibri"/>
              </a:rPr>
              <a:t>Unlike traditional coaching, every WorldWithWeb student graduates with a working portfolio that colleges and employers can see.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 Career Tracks:    Programming Foundations    |    Development    |    Data &amp; Analytics    |   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New to coding?  Start with Python Starter or C/C++ course, then move to any track.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28600"/>
            <a:ext cx="940918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Programming Foundations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Master programming fundamentals and competitive coding — the entry point for every tech career.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148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" cy="1965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3246120" cy="184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Python Starter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dirty="0">
                <a:solidFill>
                  <a:srgbClr val="CC0000"/>
                </a:solidFill>
                <a:latin typeface="Calibri"/>
              </a:rPr>
              <a:t>1.5 Months  |  Rs.10,500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AI Quiz Master (</a:t>
            </a:r>
            <a:r>
              <a:rPr dirty="0" err="1">
                <a:solidFill>
                  <a:srgbClr val="333333"/>
                </a:solidFill>
                <a:latin typeface="Calibri"/>
              </a:rPr>
              <a:t>Streamlit</a:t>
            </a:r>
            <a:r>
              <a:rPr dirty="0">
                <a:solidFill>
                  <a:srgbClr val="333333"/>
                </a:solidFill>
                <a:latin typeface="Calibri"/>
              </a:rPr>
              <a:t> + Gemini)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Smart Calculator Web App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GitHub portfolio + AI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66160" cy="2148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54864" cy="1965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2461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Python Complete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dirty="0">
                <a:solidFill>
                  <a:srgbClr val="CC0000"/>
                </a:solidFill>
                <a:latin typeface="Calibri"/>
              </a:rPr>
              <a:t>3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AI Chatbot with Personality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Data Visualization Dashboard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AI Resume Analyzer + 2 more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566160" cy="2148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737360"/>
            <a:ext cx="54864" cy="1965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719072"/>
            <a:ext cx="3246120" cy="184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C / C++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dirty="0">
                <a:solidFill>
                  <a:srgbClr val="CC0000"/>
                </a:solidFill>
                <a:latin typeface="Calibri"/>
              </a:rPr>
              <a:t>1.5 Months  |  Rs.12,000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Space Defender Game (</a:t>
            </a:r>
            <a:r>
              <a:rPr dirty="0" err="1">
                <a:solidFill>
                  <a:srgbClr val="333333"/>
                </a:solidFill>
                <a:latin typeface="Calibri"/>
              </a:rPr>
              <a:t>Pygame</a:t>
            </a:r>
            <a:r>
              <a:rPr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CLI tools and programs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GitHub portfolio + AI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4069080"/>
            <a:ext cx="3566160" cy="2148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23160" y="4160520"/>
            <a:ext cx="54864" cy="1965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4142232"/>
            <a:ext cx="3246120" cy="184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DSA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dirty="0">
                <a:solidFill>
                  <a:srgbClr val="CC0000"/>
                </a:solidFill>
                <a:latin typeface="Calibri"/>
              </a:rPr>
              <a:t>2 Months  |  Rs.18,000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50+ </a:t>
            </a:r>
            <a:r>
              <a:rPr dirty="0" err="1">
                <a:solidFill>
                  <a:srgbClr val="333333"/>
                </a:solidFill>
                <a:latin typeface="Calibri"/>
              </a:rPr>
              <a:t>LeetCode</a:t>
            </a:r>
            <a:r>
              <a:rPr dirty="0">
                <a:solidFill>
                  <a:srgbClr val="333333"/>
                </a:solidFill>
                <a:latin typeface="Calibri"/>
              </a:rPr>
              <a:t> problems solved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Competitive programming prep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Algorithm &amp; data structure mastery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3566160" cy="245973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160520"/>
            <a:ext cx="54864" cy="2194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4142232"/>
            <a:ext cx="2907357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C/C++ + DSA Complete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dirty="0">
                <a:solidFill>
                  <a:srgbClr val="CC0000"/>
                </a:solidFill>
                <a:latin typeface="Calibri"/>
              </a:rPr>
              <a:t>3-4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Full programming + competitive prep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Space Defender Game + CLI tools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</a:t>
            </a:r>
            <a:r>
              <a:rPr dirty="0" err="1">
                <a:solidFill>
                  <a:srgbClr val="333333"/>
                </a:solidFill>
                <a:latin typeface="Calibri"/>
              </a:rPr>
              <a:t>LeetCode</a:t>
            </a:r>
            <a:r>
              <a:rPr dirty="0">
                <a:solidFill>
                  <a:srgbClr val="333333"/>
                </a:solidFill>
                <a:latin typeface="Calibri"/>
              </a:rPr>
              <a:t> portfolio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CC0000"/>
                </a:solidFill>
                <a:latin typeface="Calibri"/>
              </a:rPr>
              <a:t>Recommended start for beginners: Python Starter or C/C++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28600"/>
            <a:ext cx="940918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Development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Build real web applications, secure systems, and deploy to the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30998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3246120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Web Dev with Python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6 Months  |  Rs.60,000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Portfolio Website (HTML/CSS)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Blog Platform (Django/Flask)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E-commerce Store with SQL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API-driven Web App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566160" cy="303806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10512"/>
            <a:ext cx="324612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Cybersecurity with Python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3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Password Fortress — attack simulator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Network Sentinel — monitoring dashboard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Linux fundamentals + security tools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GitHub portfolio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5661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810512"/>
            <a:ext cx="324612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DevOps &amp; Cloud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3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CI/CD pipeline setup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Cloud deployment workflows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Version control mastery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Container fundamentals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98480" cy="61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  <a:latin typeface="Calibri"/>
              </a:rPr>
              <a:t>Portfolio Outcome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Students graduate with:  4+ deployed projects  |  GitHub repositories  |  LinkedIn project showcase  |  Deployment experience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28600"/>
            <a:ext cx="940918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&amp; Analytics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Turn data into insights — from dashboards to full data science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10512"/>
            <a:ext cx="32461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Data Analytics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3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Data Visualization Dashboards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CSV Analysis App (</a:t>
            </a:r>
            <a:r>
              <a:rPr sz="2000" dirty="0" err="1">
                <a:solidFill>
                  <a:srgbClr val="333333"/>
                </a:solidFill>
                <a:latin typeface="Calibri"/>
              </a:rPr>
              <a:t>Streamlit</a:t>
            </a:r>
            <a:r>
              <a:rPr sz="200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Charts &amp; visual storytelling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Python libraries +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566160" cy="29260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10512"/>
            <a:ext cx="32461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Business Analytics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3 Months  |  Rs.30,000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Sales Dashboard (Power BI)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Analytics Report (Tableau)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Excel + SQL data workflows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Portfolio with 2 projects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566160" cy="32918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1828800"/>
            <a:ext cx="54864" cy="2743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13648" y="1810512"/>
            <a:ext cx="324612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Data Science with Python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000" b="1" dirty="0">
                <a:solidFill>
                  <a:srgbClr val="CC0000"/>
                </a:solidFill>
                <a:latin typeface="Calibri"/>
              </a:rPr>
              <a:t>6 Months  |  Rs.60,000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Full data pipeline projects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Data cleaning to visualization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Movie Recommendation System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Weather Prediction App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  </a:t>
            </a:r>
            <a:r>
              <a:rPr sz="2000" dirty="0" err="1">
                <a:solidFill>
                  <a:srgbClr val="333333"/>
                </a:solidFill>
                <a:latin typeface="Calibri"/>
              </a:rPr>
              <a:t>Streamlit</a:t>
            </a:r>
            <a:r>
              <a:rPr sz="2000" dirty="0">
                <a:solidFill>
                  <a:srgbClr val="333333"/>
                </a:solidFill>
                <a:latin typeface="Calibri"/>
              </a:rPr>
              <a:t> + GitHub + LinkedIn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392" y="5225143"/>
            <a:ext cx="11277295" cy="91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6984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C0000"/>
                </a:solidFill>
                <a:latin typeface="Calibri"/>
              </a:rPr>
              <a:t>Portfolio </a:t>
            </a:r>
            <a:r>
              <a:rPr sz="1600" b="1" dirty="0">
                <a:solidFill>
                  <a:srgbClr val="CC0000"/>
                </a:solidFill>
                <a:latin typeface="Calibri"/>
              </a:rPr>
              <a:t>Outcome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Students graduate with:  2-4 data projects  |  Interactive dashboards  |  GitHub portfolio  |  Resume-ready analytics 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28600"/>
            <a:ext cx="940918" cy="640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/ ML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0000"/>
                </a:solidFill>
                <a:latin typeface="Calibri"/>
              </a:rPr>
              <a:t>FLAGSHIP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From zero Python knowledge to deploying AI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303520" cy="3657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54864" cy="3474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4983480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dirty="0">
                <a:solidFill>
                  <a:srgbClr val="1A1A1A"/>
                </a:solidFill>
                <a:latin typeface="Calibri"/>
              </a:rPr>
              <a:t>AI/ML  -  6 Month Program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400" b="1" dirty="0">
                <a:solidFill>
                  <a:srgbClr val="CC0000"/>
                </a:solidFill>
                <a:latin typeface="Calibri"/>
              </a:rPr>
              <a:t>6 Months  |  Rs.60,000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Python + </a:t>
            </a:r>
            <a:r>
              <a:rPr sz="2400" dirty="0" err="1">
                <a:solidFill>
                  <a:srgbClr val="333333"/>
                </a:solidFill>
                <a:latin typeface="Calibri"/>
              </a:rPr>
              <a:t>Streamlit</a:t>
            </a:r>
            <a:r>
              <a:rPr sz="2400" dirty="0">
                <a:solidFill>
                  <a:srgbClr val="333333"/>
                </a:solidFill>
                <a:latin typeface="Calibri"/>
              </a:rPr>
              <a:t> foundations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AI Story Forge (GPT + DALL-E)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AI Tutor — Socratic method chatbot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CSV-based ML model projects (2)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Data science libraries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03520" cy="3657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54864" cy="3474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764792"/>
            <a:ext cx="4983480" cy="355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dirty="0">
                <a:solidFill>
                  <a:srgbClr val="1A1A1A"/>
                </a:solidFill>
                <a:latin typeface="Calibri"/>
              </a:rPr>
              <a:t>AI/ML  -  1 Year Program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2400" b="1" dirty="0">
                <a:solidFill>
                  <a:srgbClr val="CC0000"/>
                </a:solidFill>
                <a:latin typeface="Calibri"/>
              </a:rPr>
              <a:t>12 Months  |  Rs.1,20,000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Everything in 6-month program +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Image classification project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Text analysis &amp; NLP project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Full ML pipeline deployment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Capstone project (end-to-end AI app)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6+ projects — complete AI portfolio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dirty="0">
                <a:solidFill>
                  <a:srgbClr val="333333"/>
                </a:solidFill>
                <a:latin typeface="Calibri"/>
              </a:rPr>
              <a:t>  GitHub + LinkedIn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23560"/>
            <a:ext cx="11277295" cy="7772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9848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C0000"/>
                </a:solidFill>
                <a:latin typeface="Calibri"/>
              </a:rPr>
              <a:t>Portfolio </a:t>
            </a:r>
            <a:r>
              <a:rPr sz="1600" b="1" dirty="0">
                <a:solidFill>
                  <a:srgbClr val="CC0000"/>
                </a:solidFill>
                <a:latin typeface="Calibri"/>
              </a:rPr>
              <a:t>Outcome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Students graduate with:  4-6+ AI projects  |  Deployed ML models  |  Complete AI portfolio  |  Industry-ready 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0840"/>
            <a:ext cx="12191695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182880"/>
            <a:ext cx="940918" cy="640080"/>
          </a:xfrm>
          <a:prstGeom prst="rect">
            <a:avLst/>
          </a:prstGeom>
        </p:spPr>
      </p:pic>
      <p:sp>
        <p:nvSpPr>
          <p:cNvPr id="3" name="Right Triangle 2"/>
          <p:cNvSpPr/>
          <p:nvPr/>
        </p:nvSpPr>
        <p:spPr>
          <a:xfrm>
            <a:off x="10515600" y="5486400"/>
            <a:ext cx="1676095" cy="1371600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Course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8892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Programming Foundations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105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Python 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105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1.5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1051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Rs.10,500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67712"/>
            <a:ext cx="2788920" cy="5303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234086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Python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4086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4086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98064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287121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 / 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712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1.5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87121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Rs.12,000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28416"/>
            <a:ext cx="2788920" cy="5303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340156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0156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2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01568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Rs.18,000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58768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393192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C/C++ + DSA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9319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3-4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1143000"/>
            <a:ext cx="278892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1234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1737360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1568" y="18105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Web Dev with Python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18105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6 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81051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Rs.60,000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2267712"/>
            <a:ext cx="2788920" cy="5303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01568" y="234086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Cybersecurity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34086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 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34086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2798064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01568" y="287121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DevOps &amp; Cloud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8712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 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287121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1143000"/>
            <a:ext cx="278892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1234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&amp; Analytics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1737360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73368" y="18105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Data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18105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181051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2267712"/>
            <a:ext cx="2788920" cy="5303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73368" y="234086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Business Analytics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234086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3 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234086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Rs.30,000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2798064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73368" y="287121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Data Science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28712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6 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2871216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Rs.60,000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1143000"/>
            <a:ext cx="278892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26880" y="1234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1737360"/>
            <a:ext cx="2788920" cy="530352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45168" y="18105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AI/ML 6 Month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4200" y="18105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6 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55680" y="1810512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Rs.60,000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2267712"/>
            <a:ext cx="2788920" cy="5303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45168" y="234086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AI/ML 1 Year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4200" y="234086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E8E8"/>
                </a:solidFill>
                <a:latin typeface="Calibri"/>
              </a:rPr>
              <a:t>12 mo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0" y="2340864"/>
            <a:ext cx="777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C0000"/>
                </a:solidFill>
                <a:latin typeface="Calibri"/>
              </a:rPr>
              <a:t>Rs.1,20,000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5166360"/>
            <a:ext cx="12191695" cy="1417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0" y="5166360"/>
            <a:ext cx="12191695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C0000"/>
                </a:solidFill>
                <a:latin typeface="Calibri"/>
              </a:rPr>
              <a:t>Contact Information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Phone: +91 9872506884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Website: https://worldwithweb.com/courses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Book a Free Consultation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CC0000"/>
                </a:solidFill>
                <a:latin typeface="Calibri"/>
              </a:rPr>
              <a:t>Every course includes: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8E8E8"/>
                </a:solidFill>
                <a:latin typeface="Calibri"/>
              </a:rPr>
              <a:t>Real Projects | GitHub Portfolio | LinkedIn Showcase | AI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849</Words>
  <Application>Microsoft Office PowerPoint</Application>
  <PresentationFormat>Widescreen</PresentationFormat>
  <Paragraphs>172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Naaz Verma</cp:lastModifiedBy>
  <cp:revision>5</cp:revision>
  <dcterms:created xsi:type="dcterms:W3CDTF">2013-01-27T09:14:16Z</dcterms:created>
  <dcterms:modified xsi:type="dcterms:W3CDTF">2026-04-09T09:55:25Z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2026-04-09T09:33:56Z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62ada4e1-7fa2-4aa2-887e-aac680d0a0e2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