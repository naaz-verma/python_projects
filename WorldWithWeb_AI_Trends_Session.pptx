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0" y="2560320"/>
            <a:ext cx="3931920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Calibri"/>
              </a:defRPr>
            </a:pPr>
            <a:r>
              <a:t>WorldWithWeb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00B4D8"/>
                </a:solidFill>
                <a:latin typeface="Calibri"/>
              </a:defRPr>
            </a:pPr>
            <a:r>
              <a:t>AI Trends &amp; The Future of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  <a:latin typeface="Calibri"/>
              </a:defRPr>
            </a:pPr>
            <a:r>
              <a:t>How AI is changing every career  |  Session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097280"/>
            <a:ext cx="9418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E676"/>
                </a:solidFill>
                <a:latin typeface="Calibri"/>
              </a:defRPr>
            </a:pPr>
            <a:r>
              <a:t>AI Is Already in Your Life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Calibri"/>
              </a:defRPr>
            </a:pPr>
            <a:r>
              <a:t>"Name one thing you used today that has AI in it."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754880"/>
            <a:ext cx="1828800" cy="9144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48920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4D8"/>
                </a:solidFill>
                <a:latin typeface="Calibri"/>
              </a:defRPr>
            </a:pPr>
            <a:r>
              <a:t>Google Maps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4754880"/>
            <a:ext cx="1828800" cy="9144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017520" y="48920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BB86FC"/>
                </a:solidFill>
                <a:latin typeface="Calibri"/>
              </a:defRPr>
            </a:pPr>
            <a:r>
              <a:t>Instagram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4754880"/>
            <a:ext cx="1828800" cy="9144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F4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120640" y="48920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456E"/>
                </a:solidFill>
                <a:latin typeface="Calibri"/>
              </a:defRPr>
            </a:pPr>
            <a:r>
              <a:t>YouTube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4754880"/>
            <a:ext cx="1828800" cy="9144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23760" y="48920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9F1C"/>
                </a:solidFill>
                <a:latin typeface="Calibri"/>
              </a:defRPr>
            </a:pPr>
            <a:r>
              <a:t>Autocomplete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0" y="4754880"/>
            <a:ext cx="1828800" cy="9144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0" y="48920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676"/>
                </a:solidFill>
                <a:latin typeface="Calibri"/>
              </a:defRPr>
            </a:pPr>
            <a:r>
              <a:t>Spotify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The AI Explosion: 2020-2026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515600" cy="713232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572768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  <a:latin typeface="Calibri"/>
              </a:defRPr>
            </a:pPr>
            <a:r>
              <a:t>2020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572768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GPT-3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72768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AI could write like a human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31720"/>
            <a:ext cx="10515600" cy="713232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441448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  <a:latin typeface="Calibri"/>
              </a:defRPr>
            </a:pPr>
            <a:r>
              <a:t>2021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441448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Copilot + DALL-E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441448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AI started coding &amp; creating images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00400"/>
            <a:ext cx="10515600" cy="713232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3310128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F1C"/>
                </a:solidFill>
                <a:latin typeface="Calibri"/>
              </a:defRPr>
            </a:pPr>
            <a:r>
              <a:t>2022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310128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ChatGPT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310128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AI became mainstream overnight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69080"/>
            <a:ext cx="10515600" cy="713232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4178808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B86FC"/>
                </a:solidFill>
                <a:latin typeface="Calibri"/>
              </a:defRPr>
            </a:pPr>
            <a:r>
              <a:t>2023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178808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GPT-4, Gemini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178808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Multimodal AI -- text, images, code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937760"/>
            <a:ext cx="10515600" cy="713232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F4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5047488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56E"/>
                </a:solidFill>
                <a:latin typeface="Calibri"/>
              </a:defRPr>
            </a:pPr>
            <a:r>
              <a:t>2024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5047488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Sora, AI Agents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5047488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AI creates videos, works autonomously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806440"/>
            <a:ext cx="10515600" cy="713232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5916168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  <a:latin typeface="Calibri"/>
              </a:defRPr>
            </a:pPr>
            <a:r>
              <a:t>2025-26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5916168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AI Everywhere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5916168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Not a tool anymore -- it's infrastructure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4572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AI in Numbers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286000"/>
            <a:ext cx="3383280" cy="32004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00B4D8"/>
                </a:solidFill>
                <a:latin typeface="Calibri"/>
              </a:defRPr>
            </a:pPr>
            <a:r>
              <a:t>80%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of companies will</a:t>
            </a:r>
            <a:br/>
            <a:r>
              <a:t>use AI by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59" y="2286000"/>
            <a:ext cx="3383280" cy="32004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480559" y="265176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00E676"/>
                </a:solidFill>
                <a:latin typeface="Calibri"/>
              </a:defRPr>
            </a:pPr>
            <a:r>
              <a:t>97M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59" y="411480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new AI-related</a:t>
            </a:r>
            <a:br/>
            <a:r>
              <a:t>jobs globally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598" y="2286000"/>
            <a:ext cx="3383280" cy="32004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8" y="265176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9F1C"/>
                </a:solidFill>
                <a:latin typeface="Calibri"/>
              </a:defRPr>
            </a:pPr>
            <a:r>
              <a:t>$17B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8" y="411480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India's AI market</a:t>
            </a:r>
            <a:br/>
            <a:r>
              <a:t>by 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7607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Calibri"/>
              </a:defRPr>
            </a:pPr>
            <a:r>
              <a:t>"This is not hype. This is infrastructure. Like the internet was in 2005."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Calibri"/>
              </a:defRPr>
            </a:pPr>
            <a:r>
              <a:t>AI ACROSS FIELDS  |  1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AI in Coding &amp; App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GitHub Copilot -- AI writes code alongside you</a:t>
            </a:r>
          </a:p>
          <a:p>
            <a:pPr algn="l">
              <a:spcBef>
                <a:spcPts val="12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Cursor, Windsurf -- AI-powered code editors</a:t>
            </a:r>
          </a:p>
          <a:p>
            <a:pPr algn="l">
              <a:spcBef>
                <a:spcPts val="12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AI Code Review -- catches bugs before they ship</a:t>
            </a:r>
          </a:p>
          <a:p>
            <a:pPr algn="l">
              <a:spcBef>
                <a:spcPts val="12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Automated Testing -- AI writes test cases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286000"/>
            <a:ext cx="4114800" cy="27432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0" y="256032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  <a:latin typeface="Calibri"/>
              </a:defRPr>
            </a:pPr>
            <a:r>
              <a:t>The Reality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AI writes code.</a:t>
            </a:r>
          </a:p>
          <a:p>
            <a:pPr algn="l">
              <a:spcBef>
                <a:spcPts val="6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You decide WHAT</a:t>
            </a:r>
          </a:p>
          <a:p>
            <a:pPr algn="l">
              <a:spcBef>
                <a:spcPts val="6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to build.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defRPr sz="2000" b="1">
                <a:solidFill>
                  <a:srgbClr val="00E676"/>
                </a:solidFill>
                <a:latin typeface="Calibri"/>
              </a:defRPr>
            </a:pPr>
            <a:r>
              <a:t>That's the Builder.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Calibri"/>
              </a:defRPr>
            </a:pPr>
            <a:r>
              <a:t>WorldWithWeb Track: Python &amp; AI Program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1C"/>
                </a:solidFill>
                <a:latin typeface="Calibri"/>
              </a:defRPr>
            </a:pPr>
            <a:r>
              <a:t>AI ACROSS FIELDS  |  2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AI in Digital Marketing &amp; SEO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ChatGPT for copywriting -- ads, blogs, emails in seconds</a:t>
            </a:r>
          </a:p>
          <a:p>
            <a:pPr algn="l">
              <a:spcBef>
                <a:spcPts val="12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AI Ad Targeting -- Facebook, Google find your customers</a:t>
            </a:r>
          </a:p>
          <a:p>
            <a:pPr algn="l">
              <a:spcBef>
                <a:spcPts val="12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SEO Tools (Surfer, Jasper) -- optimize for Google rankings</a:t>
            </a:r>
          </a:p>
          <a:p>
            <a:pPr algn="l">
              <a:spcBef>
                <a:spcPts val="12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AI Chatbots -- 24/7 customer support, zero hiring</a:t>
            </a:r>
          </a:p>
          <a:p>
            <a:pPr algn="l">
              <a:spcBef>
                <a:spcPts val="12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Social Media Analytics -- AI predicts viral content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286000"/>
            <a:ext cx="4114800" cy="27432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0" y="256032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F1C"/>
                </a:solidFill>
                <a:latin typeface="Calibri"/>
              </a:defRPr>
            </a:pPr>
            <a:r>
              <a:t>The Reality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The marketer who</a:t>
            </a:r>
          </a:p>
          <a:p>
            <a:pPr algn="l">
              <a:spcBef>
                <a:spcPts val="6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uses AI does 10x.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defRPr sz="2000" b="0">
                <a:solidFill>
                  <a:srgbClr val="CCCCCC"/>
                </a:solidFill>
                <a:latin typeface="Calibri"/>
              </a:defRPr>
            </a:pPr>
            <a:r>
              <a:t>The one who doesn't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CCCCCC"/>
                </a:solidFill>
                <a:latin typeface="Calibri"/>
              </a:defRPr>
            </a:pPr>
            <a:r>
              <a:t>gets left behind.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F1C"/>
                </a:solidFill>
                <a:latin typeface="Calibri"/>
              </a:defRPr>
            </a:pPr>
            <a:r>
              <a:t>WorldWithWeb Track: Digital Marketing Program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B86FC"/>
                </a:solidFill>
                <a:latin typeface="Calibri"/>
              </a:defRPr>
            </a:pPr>
            <a:r>
              <a:t>AI ACROSS FIELDS  |  3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AI in Content Creation &amp;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Midjourney, DALL-E -- stunning images from text prompts</a:t>
            </a:r>
          </a:p>
          <a:p>
            <a:pPr algn="l">
              <a:spcBef>
                <a:spcPts val="12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Canva AI -- auto-generate designs, remove backgrounds</a:t>
            </a:r>
          </a:p>
          <a:p>
            <a:pPr algn="l">
              <a:spcBef>
                <a:spcPts val="12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CapCut, Runway -- AI video editing, auto-captions</a:t>
            </a:r>
          </a:p>
          <a:p>
            <a:pPr algn="l">
              <a:spcBef>
                <a:spcPts val="12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AI Reels Scripts -- content ideas and scripts instantly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286000"/>
            <a:ext cx="4114800" cy="27432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0" y="256032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B86FC"/>
                </a:solidFill>
                <a:latin typeface="Calibri"/>
              </a:defRPr>
            </a:pPr>
            <a:r>
              <a:t>The Reality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defRPr sz="2400" b="0">
                <a:solidFill>
                  <a:srgbClr val="FFFFFF"/>
                </a:solidFill>
                <a:latin typeface="Calibri"/>
              </a:defRPr>
            </a:pPr>
            <a:r>
              <a:t>Create more.</a:t>
            </a:r>
          </a:p>
          <a:p>
            <a:pPr algn="l">
              <a:spcBef>
                <a:spcPts val="600"/>
              </a:spcBef>
              <a:defRPr sz="2400" b="0">
                <a:solidFill>
                  <a:srgbClr val="FFFFFF"/>
                </a:solidFill>
                <a:latin typeface="Calibri"/>
              </a:defRPr>
            </a:pPr>
            <a:r>
              <a:t>Create better.</a:t>
            </a:r>
          </a:p>
          <a:p>
            <a:pPr algn="l">
              <a:spcBef>
                <a:spcPts val="600"/>
              </a:spcBef>
              <a:defRPr sz="2400" b="0">
                <a:solidFill>
                  <a:srgbClr val="FFFFFF"/>
                </a:solidFill>
                <a:latin typeface="Calibri"/>
              </a:defRPr>
            </a:pPr>
            <a:r>
              <a:t>Create faster.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defRPr sz="2000" b="1">
                <a:solidFill>
                  <a:srgbClr val="BB86FC"/>
                </a:solidFill>
                <a:latin typeface="Calibri"/>
              </a:defRPr>
            </a:pPr>
            <a:r>
              <a:t>AI is the multiplier.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B86FC"/>
                </a:solidFill>
                <a:latin typeface="Calibri"/>
              </a:defRPr>
            </a:pPr>
            <a:r>
              <a:t>WorldWithWeb Track: Content &amp; Design Bootcamp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56E"/>
                </a:solidFill>
                <a:latin typeface="Calibri"/>
              </a:defRPr>
            </a:pPr>
            <a:r>
              <a:t>AI ACROSS FIELDS  |  4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AI in Cybersecurity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AI Threat Detection -- catches attacks humans would miss</a:t>
            </a:r>
          </a:p>
          <a:p>
            <a:pPr algn="l">
              <a:spcBef>
                <a:spcPts val="12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Anomaly Detection -- spots unusual network patterns</a:t>
            </a:r>
          </a:p>
          <a:p>
            <a:pPr algn="l">
              <a:spcBef>
                <a:spcPts val="12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Automated Pen Testing -- finds vulnerabilities first</a:t>
            </a:r>
          </a:p>
          <a:p>
            <a:pPr algn="l">
              <a:spcBef>
                <a:spcPts val="12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The Arms Race -- AI vs AI in cyber warfare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286000"/>
            <a:ext cx="4114800" cy="27432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F4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0" y="256032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56E"/>
                </a:solidFill>
                <a:latin typeface="Calibri"/>
              </a:defRPr>
            </a:pPr>
            <a:r>
              <a:t>The Reality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Security teams can't</a:t>
            </a:r>
          </a:p>
          <a:p>
            <a:pPr algn="l">
              <a:spcBef>
                <a:spcPts val="6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survive without AI.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defRPr sz="2000" b="0">
                <a:solidFill>
                  <a:srgbClr val="CCCCCC"/>
                </a:solidFill>
                <a:latin typeface="Calibri"/>
              </a:defRPr>
            </a:pPr>
            <a:r>
              <a:t>Highest-paying tech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CCCCCC"/>
                </a:solidFill>
                <a:latin typeface="Calibri"/>
              </a:defRPr>
            </a:pPr>
            <a:r>
              <a:t>careers start here.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456E"/>
                </a:solidFill>
                <a:latin typeface="Calibri"/>
              </a:defRPr>
            </a:pPr>
            <a:r>
              <a:t>WorldWithWeb: Python Cybersecurity Projects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Calibri"/>
              </a:defRPr>
            </a:pPr>
            <a:r>
              <a:t>AI ACROSS FIELDS  |  5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AI in Education &amp;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Personalized Learning -- AI adapts to each student's level</a:t>
            </a:r>
          </a:p>
          <a:p>
            <a:pPr algn="l">
              <a:spcBef>
                <a:spcPts val="12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AI Tutors -- explanations in any style, any time</a:t>
            </a:r>
          </a:p>
          <a:p>
            <a:pPr algn="l">
              <a:spcBef>
                <a:spcPts val="12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Smart Assessments -- AI generates and grades quizzes</a:t>
            </a:r>
          </a:p>
          <a:p>
            <a:pPr algn="l">
              <a:spcBef>
                <a:spcPts val="12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Language Learning -- Duolingo's AI adapts in real-time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286000"/>
            <a:ext cx="4114800" cy="32004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0" y="256032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  <a:latin typeface="Calibri"/>
              </a:defRPr>
            </a:pPr>
            <a:r>
              <a:t>The Reality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You're going to build</a:t>
            </a:r>
          </a:p>
          <a:p>
            <a:pPr algn="l">
              <a:spcBef>
                <a:spcPts val="6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exactly this.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defRPr sz="2000" b="1">
                <a:solidFill>
                  <a:srgbClr val="00B4D8"/>
                </a:solidFill>
                <a:latin typeface="Calibri"/>
              </a:defRPr>
            </a:pPr>
            <a:r>
              <a:t>Quiz Master. AI Tutor.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CCCCCC"/>
                </a:solidFill>
                <a:latin typeface="Calibri"/>
              </a:defRPr>
            </a:pPr>
            <a:r>
              <a:t>Not just projects --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CCCCCC"/>
                </a:solidFill>
                <a:latin typeface="Calibri"/>
              </a:defRPr>
            </a:pPr>
            <a:r>
              <a:t>the future of education.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Calibri"/>
              </a:defRPr>
            </a:pPr>
            <a:r>
              <a:t>WorldWithWeb Projects: Quiz Master, AI Tutor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743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3 Types of AI Careers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83280" cy="41148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99999"/>
                </a:solidFill>
                <a:latin typeface="Calibri"/>
              </a:defRPr>
            </a:pPr>
            <a:r>
              <a:t>Type 1</a:t>
            </a:r>
          </a:p>
          <a:p>
            <a:pPr algn="l">
              <a:spcBef>
                <a:spcPts val="600"/>
              </a:spcBef>
              <a:defRPr sz="3200" b="1">
                <a:solidFill>
                  <a:srgbClr val="999999"/>
                </a:solidFill>
                <a:latin typeface="Calibri"/>
              </a:defRPr>
            </a:pPr>
            <a:r>
              <a:t>AI USER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defRPr sz="1800" b="0">
                <a:solidFill>
                  <a:srgbClr val="CCCCCC"/>
                </a:solidFill>
                <a:latin typeface="Calibri"/>
              </a:defRPr>
            </a:pPr>
            <a:r>
              <a:t>Uses AI tools daily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CCCCCC"/>
                </a:solidFill>
                <a:latin typeface="Calibri"/>
              </a:defRPr>
            </a:pPr>
            <a:r>
              <a:t>Marketers, designers,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CCCCCC"/>
                </a:solidFill>
                <a:latin typeface="Calibri"/>
              </a:defRPr>
            </a:pPr>
            <a:r>
              <a:t>writers, students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defRPr sz="1800" b="0">
                <a:solidFill>
                  <a:srgbClr val="999999"/>
                </a:solidFill>
                <a:latin typeface="Calibri"/>
              </a:defRPr>
            </a:pPr>
            <a:r>
              <a:t>The minimum bar.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999999"/>
                </a:solidFill>
                <a:latin typeface="Calibri"/>
              </a:defRPr>
            </a:pPr>
            <a:r>
              <a:t>Everyone will be here.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383280" cy="41148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663440" y="173736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Calibri"/>
              </a:defRPr>
            </a:pPr>
            <a:r>
              <a:t>Type 2</a:t>
            </a:r>
          </a:p>
          <a:p>
            <a:pPr algn="l">
              <a:spcBef>
                <a:spcPts val="600"/>
              </a:spcBef>
              <a:defRPr sz="3200" b="1">
                <a:solidFill>
                  <a:srgbClr val="00B4D8"/>
                </a:solidFill>
                <a:latin typeface="Calibri"/>
              </a:defRPr>
            </a:pPr>
            <a:r>
              <a:t>AI BUILDER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Calibri"/>
              </a:defRPr>
            </a:pPr>
            <a:r>
              <a:t>Builds AI-powered products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Calibri"/>
              </a:defRPr>
            </a:pPr>
            <a:r>
              <a:t>Developers, data scientists,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Calibri"/>
              </a:defRPr>
            </a:pPr>
            <a:r>
              <a:t>automation engineers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defRPr sz="1800" b="0">
                <a:solidFill>
                  <a:srgbClr val="00B4D8"/>
                </a:solidFill>
                <a:latin typeface="Calibri"/>
              </a:defRPr>
            </a:pPr>
            <a:r>
              <a:t>Where the money is.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00B4D8"/>
                </a:solidFill>
                <a:latin typeface="Calibri"/>
              </a:defRPr>
            </a:pPr>
            <a:r>
              <a:t>Where the demand 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383280" cy="41148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0" y="173736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Calibri"/>
              </a:defRPr>
            </a:pPr>
            <a:r>
              <a:t>Type 3</a:t>
            </a:r>
          </a:p>
          <a:p>
            <a:pPr algn="l">
              <a:spcBef>
                <a:spcPts val="600"/>
              </a:spcBef>
              <a:defRPr sz="3000" b="1">
                <a:solidFill>
                  <a:srgbClr val="00E676"/>
                </a:solidFill>
                <a:latin typeface="Calibri"/>
              </a:defRPr>
            </a:pPr>
            <a:r>
              <a:t>AI STRATEGIST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Calibri"/>
              </a:defRPr>
            </a:pPr>
            <a:r>
              <a:t>Decides how organizations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Calibri"/>
              </a:defRPr>
            </a:pPr>
            <a:r>
              <a:t>adopt AI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Calibri"/>
              </a:defRPr>
            </a:pPr>
            <a:r>
              <a:t>PMs, CTOs, founders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defRPr sz="1800" b="0">
                <a:solidFill>
                  <a:srgbClr val="00E676"/>
                </a:solidFill>
                <a:latin typeface="Calibri"/>
              </a:defRPr>
            </a:pPr>
            <a:r>
              <a:t>Where the leadership is.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00E676"/>
                </a:solidFill>
                <a:latin typeface="Calibri"/>
              </a:defRPr>
            </a:pPr>
            <a:r>
              <a:t>Where the vision 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85216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B4D8"/>
                </a:solidFill>
                <a:latin typeface="Calibri"/>
              </a:defRPr>
            </a:pPr>
            <a:r>
              <a:t>WorldWithWeb moves you from User to Builder. In any field.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743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Where Does YOUR Course Fit?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303520" cy="41148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Calibri"/>
              </a:defRPr>
            </a:pPr>
            <a:r>
              <a:t>Python &amp; AI Track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Build real AI-powered applications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7 projects in 6 weeks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Chatbots, games, security tools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Learn to work WITH AI as a co-builder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defRPr sz="1800" b="0">
                <a:solidFill>
                  <a:srgbClr val="999999"/>
                </a:solidFill>
                <a:latin typeface="Calibri"/>
              </a:defRPr>
            </a:pPr>
            <a:r>
              <a:t>Career paths: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CCCCCC"/>
                </a:solidFill>
                <a:latin typeface="Calibri"/>
              </a:defRPr>
            </a:pPr>
            <a:r>
              <a:t>Developer, AI Engineer, Cybersecurity,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CCCCCC"/>
                </a:solidFill>
                <a:latin typeface="Calibri"/>
              </a:defRPr>
            </a:pPr>
            <a:r>
              <a:t>Data Science, Automation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303520" cy="41148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0" y="19202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9F1C"/>
                </a:solidFill>
                <a:latin typeface="Calibri"/>
              </a:defRPr>
            </a:pPr>
            <a:r>
              <a:t>Digital Marketing Track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Master AI-powered marketing tools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SEO, social media, content creation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AI chatbots, ad targeting, analytics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Build campaigns that outperform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defRPr sz="1800" b="0">
                <a:solidFill>
                  <a:srgbClr val="999999"/>
                </a:solidFill>
                <a:latin typeface="Calibri"/>
              </a:defRPr>
            </a:pPr>
            <a:r>
              <a:t>Career paths: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CCCCCC"/>
                </a:solidFill>
                <a:latin typeface="Calibri"/>
              </a:defRPr>
            </a:pPr>
            <a:r>
              <a:t>Digital Marketer, Content Strategist,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CCCCCC"/>
                </a:solidFill>
                <a:latin typeface="Calibri"/>
              </a:defRPr>
            </a:pPr>
            <a:r>
              <a:t>SEO Specialist, Social Media Manager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94360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E676"/>
                </a:solidFill>
                <a:latin typeface="Calibri"/>
              </a:defRPr>
            </a:pPr>
            <a:r>
              <a:t>Both tracks make you an AI Builder, not just an AI User.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743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What WorldWithWeb Students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00584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E676"/>
                </a:solidFill>
                <a:latin typeface="Calibri"/>
              </a:defRPr>
            </a:pPr>
            <a:r>
              <a:t>Real projects. Real portfolio. Real skills.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383280" cy="164592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B4D8"/>
                </a:solidFill>
                <a:latin typeface="Calibri"/>
              </a:defRPr>
            </a:pPr>
            <a:r>
              <a:t>Quiz Master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AI-powered quiz on any topic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2011680"/>
            <a:ext cx="3383280" cy="164592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79" y="22860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9F1C"/>
                </a:solidFill>
                <a:latin typeface="Calibri"/>
              </a:defRPr>
            </a:pPr>
            <a:r>
              <a:t>Password Fortress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79" y="29260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Security analyzer &amp; cracker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598" y="2011680"/>
            <a:ext cx="3383280" cy="164592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18" y="22860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BB86FC"/>
                </a:solidFill>
                <a:latin typeface="Calibri"/>
              </a:defRPr>
            </a:pPr>
            <a:r>
              <a:t>AI Chatbot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18" y="29260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Custom personalities &amp; models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3383280" cy="164592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F4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3891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456E"/>
                </a:solidFill>
                <a:latin typeface="Calibri"/>
              </a:defRPr>
            </a:pPr>
            <a:r>
              <a:t>Network Sentinel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0292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Cybersecurity scanner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59" y="4114800"/>
            <a:ext cx="3383280" cy="164592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54879" y="43891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E676"/>
                </a:solidFill>
                <a:latin typeface="Calibri"/>
              </a:defRPr>
            </a:pPr>
            <a:r>
              <a:t>Space Defender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50292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Playable space shooter game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598" y="4114800"/>
            <a:ext cx="3383280" cy="164592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03918" y="43891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B4D8"/>
                </a:solidFill>
                <a:latin typeface="Calibri"/>
              </a:defRPr>
            </a:pPr>
            <a:r>
              <a:t>AI Story Forge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18" y="50292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AI-generated choose-your-adventure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371600"/>
            <a:ext cx="9418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Which AI Trend</a:t>
            </a:r>
            <a:br/>
            <a:r>
              <a:t>Excites You Most?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4114800"/>
            <a:ext cx="1828800" cy="9144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2519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E676"/>
                </a:solidFill>
                <a:latin typeface="Calibri"/>
              </a:defRPr>
            </a:pPr>
            <a:r>
              <a:t>Coding?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4114800"/>
            <a:ext cx="1828800" cy="9144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17520" y="42519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9F1C"/>
                </a:solidFill>
                <a:latin typeface="Calibri"/>
              </a:defRPr>
            </a:pPr>
            <a:r>
              <a:t>Marketing?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4114800"/>
            <a:ext cx="1828800" cy="9144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120640" y="42519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BB86FC"/>
                </a:solidFill>
                <a:latin typeface="Calibri"/>
              </a:defRPr>
            </a:pPr>
            <a:r>
              <a:t>Design?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4114800"/>
            <a:ext cx="1828800" cy="9144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F4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23760" y="42519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456E"/>
                </a:solidFill>
                <a:latin typeface="Calibri"/>
              </a:defRPr>
            </a:pPr>
            <a:r>
              <a:t>Security?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0" y="4114800"/>
            <a:ext cx="1828800" cy="9144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0" y="42519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B4D8"/>
                </a:solidFill>
                <a:latin typeface="Calibri"/>
              </a:defRPr>
            </a:pPr>
            <a:r>
              <a:t>Education?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6692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99999"/>
                </a:solidFill>
                <a:latin typeface="Calibri"/>
              </a:defRPr>
            </a:pPr>
            <a:r>
              <a:t>[ Open discussion -- each person picks a field 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0" y="2286000"/>
            <a:ext cx="3931920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WorldWithWeb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00B4D8"/>
                </a:solidFill>
                <a:latin typeface="Calibri"/>
              </a:defRPr>
            </a:pPr>
            <a:r>
              <a:t>AI is not the future. It's the now.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CCCCC"/>
                </a:solidFill>
                <a:latin typeface="Calibri"/>
              </a:defRPr>
            </a:pPr>
            <a:r>
              <a:t>worldwithweb.com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ctr">
              <a:spcBef>
                <a:spcPts val="600"/>
              </a:spcBef>
              <a:defRPr sz="2800" b="1">
                <a:solidFill>
                  <a:srgbClr val="00E676"/>
                </a:solidFill>
                <a:latin typeface="Calibri"/>
              </a:defRPr>
            </a:pPr>
            <a:r>
              <a:t>The only question is: will you be ready?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804</Words>
  <Application>Microsoft Office PowerPoint</Application>
  <PresentationFormat>Widescreen</PresentationFormat>
  <Paragraphs>186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Naaz Verma</cp:lastModifiedBy>
  <cp:revision>2</cp:revision>
  <dcterms:created xsi:type="dcterms:W3CDTF">2013-01-27T09:14:16Z</dcterms:created>
  <dcterms:modified xsi:type="dcterms:W3CDTF">2026-04-01T18:01:55Z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63535f3-a261-44fa-a080-b5a7b0a48f70_Enabled">
    <vt:lpwstr>true</vt:lpwstr>
  </property>
  <property fmtid="{D5CDD505-2E9C-101B-9397-08002B2CF9AE}" pid="3" name="MSIP_Label_163535f3-a261-44fa-a080-b5a7b0a48f70_SetDate">
    <vt:lpwstr>2026-04-01T18:01:53Z</vt:lpwstr>
  </property>
  <property fmtid="{D5CDD505-2E9C-101B-9397-08002B2CF9AE}" pid="4" name="MSIP_Label_163535f3-a261-44fa-a080-b5a7b0a48f70_Method">
    <vt:lpwstr>Standard</vt:lpwstr>
  </property>
  <property fmtid="{D5CDD505-2E9C-101B-9397-08002B2CF9AE}" pid="5" name="MSIP_Label_163535f3-a261-44fa-a080-b5a7b0a48f70_Name">
    <vt:lpwstr>UKG DLP Protected</vt:lpwstr>
  </property>
  <property fmtid="{D5CDD505-2E9C-101B-9397-08002B2CF9AE}" pid="6" name="MSIP_Label_163535f3-a261-44fa-a080-b5a7b0a48f70_SiteId">
    <vt:lpwstr>7b6f35d2-1f98-4e5e-82eb-e78f6ea5a1de</vt:lpwstr>
  </property>
  <property fmtid="{D5CDD505-2E9C-101B-9397-08002B2CF9AE}" pid="7" name="MSIP_Label_163535f3-a261-44fa-a080-b5a7b0a48f70_ActionId">
    <vt:lpwstr>7b0ba6f1-13bf-4a8e-b3da-247293557894</vt:lpwstr>
  </property>
  <property fmtid="{D5CDD505-2E9C-101B-9397-08002B2CF9AE}" pid="8" name="MSIP_Label_163535f3-a261-44fa-a080-b5a7b0a48f70_ContentBits">
    <vt:lpwstr>0</vt:lpwstr>
  </property>
  <property fmtid="{D5CDD505-2E9C-101B-9397-08002B2CF9AE}" pid="9" name="MSIP_Label_163535f3-a261-44fa-a080-b5a7b0a48f70_Tag">
    <vt:lpwstr>10, 3, 0, 1</vt:lpwstr>
  </property>
</Properties>
</file>