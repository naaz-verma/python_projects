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560320"/>
            <a:ext cx="39319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00E676"/>
                </a:solidFill>
                <a:latin typeface="Calibri"/>
              </a:defRPr>
            </a:pPr>
            <a:r>
              <a:t>Session 2B: Quiz Master -- Project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Hands-on coding  |  APIs, AI, and your first web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We're Building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1832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10312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E676"/>
                </a:solidFill>
                <a:latin typeface="Calibri"/>
              </a:defRPr>
            </a:pPr>
            <a:r>
              <a:t>Quiz Master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Pick any topic -- cricket, history, Marvel, science, anything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generates unique quiz questions every time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Choose difficulty: Easy, Medium, Hard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Get instant scores + explanations</a:t>
            </a:r>
          </a:p>
          <a:p>
            <a:pPr algn="l">
              <a:spcBef>
                <a:spcPts val="1000"/>
              </a:spcBef>
              <a:defRPr sz="2200" b="1">
                <a:solidFill>
                  <a:srgbClr val="00E676"/>
                </a:solidFill>
                <a:latin typeface="Calibri"/>
              </a:defRPr>
            </a:pPr>
            <a:r>
              <a:t>Runs as a web app in your browser!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5486400"/>
            <a:ext cx="21031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5623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6E"/>
                </a:solidFill>
                <a:latin typeface="Calibri"/>
              </a:defRPr>
            </a:pPr>
            <a:r>
              <a:t>.env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5486400"/>
            <a:ext cx="21031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5623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utils.py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5486400"/>
            <a:ext cx="21031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5623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F1C"/>
                </a:solidFill>
                <a:latin typeface="Calibri"/>
              </a:defRPr>
            </a:pPr>
            <a:r>
              <a:t>quiz_logic.py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5486400"/>
            <a:ext cx="2103120" cy="8229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56235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app.py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PHASE 1  |  Understanding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is an API?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2011680" cy="1828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4D8"/>
                </a:solidFill>
                <a:latin typeface="Calibri"/>
              </a:defRPr>
            </a:pPr>
            <a:r>
              <a:t>You</a:t>
            </a:r>
            <a:br/>
            <a:r>
              <a:t>(Browser)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Place</a:t>
            </a:r>
            <a:br/>
            <a:r>
              <a:t>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560320"/>
            <a:ext cx="2011680" cy="1828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697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1C"/>
                </a:solidFill>
                <a:latin typeface="Calibri"/>
              </a:defRPr>
            </a:pPr>
            <a:r>
              <a:t>Waiter</a:t>
            </a:r>
            <a:br/>
            <a:r>
              <a:t>(API)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566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Carries</a:t>
            </a:r>
            <a:br/>
            <a:r>
              <a:t>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560320"/>
            <a:ext cx="2011680" cy="1828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697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56E"/>
                </a:solidFill>
                <a:latin typeface="Calibri"/>
              </a:defRPr>
            </a:pPr>
            <a:r>
              <a:t>Kitchen</a:t>
            </a:r>
            <a:br/>
            <a:r>
              <a:t>(AI Model)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566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Prepares</a:t>
            </a:r>
            <a:br/>
            <a:r>
              <a:t>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560320"/>
            <a:ext cx="2011680" cy="1828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697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1C"/>
                </a:solidFill>
                <a:latin typeface="Calibri"/>
              </a:defRPr>
            </a:pPr>
            <a:r>
              <a:t>Waiter</a:t>
            </a:r>
            <a:br/>
            <a:r>
              <a:t>(API)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566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Returns</a:t>
            </a:r>
            <a:br/>
            <a:r>
              <a:t>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560320"/>
            <a:ext cx="2011680" cy="1828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69748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alibri"/>
              </a:defRPr>
            </a:pPr>
            <a:r>
              <a:t>You</a:t>
            </a:r>
            <a:br/>
            <a:r>
              <a:t>(Browser)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5661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Get</a:t>
            </a:r>
            <a:br/>
            <a:r>
              <a:t>response!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029200" cy="13716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GET  -- Fetch data (like reading a menu)</a:t>
            </a:r>
          </a:p>
          <a:p>
            <a:pPr algn="l">
              <a:spcBef>
                <a:spcPts val="1000"/>
              </a:spcBef>
              <a:defRPr sz="2000" b="1">
                <a:solidFill>
                  <a:srgbClr val="FF9F1C"/>
                </a:solidFill>
                <a:latin typeface="Calibri"/>
              </a:defRPr>
            </a:pPr>
            <a:r>
              <a:t>POST  -- Send data (like placing an order)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846320"/>
            <a:ext cx="5303520" cy="13716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JSON = Python Dictionary!</a:t>
            </a:r>
          </a:p>
          <a:p>
            <a:pPr algn="l">
              <a:spcBef>
                <a:spcPts val="10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{"question": "...", "answer": "..."}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6E"/>
                </a:solidFill>
                <a:latin typeface="Calibri"/>
              </a:defRPr>
            </a:pPr>
            <a:r>
              <a:t>PHASE 2  |  The AI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API Keys &amp;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13716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56E"/>
                </a:solidFill>
                <a:latin typeface="Calibri"/>
              </a:defRPr>
            </a:pPr>
            <a:r>
              <a:t>NEVER hardcode API keys in your code!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Anyone who sees your code gets access to your account and you get charged.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The Safe Way: .env file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GEMINI_API_KEY=your-key-here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load_dotenv()  # loads the .env file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os.getenv("GEMINI_API_KEY")  # reads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1148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  <a:latin typeface="Calibri"/>
              </a:defRPr>
            </a:pPr>
            <a:r>
              <a:t>Quick OOP: Classes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A class = a blueprint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Groups related data + functions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__init__  =  setup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self  =  'this object'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methods  =  actions it can 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1C"/>
                </a:solidFill>
                <a:latin typeface="Calibri"/>
              </a:defRPr>
            </a:pPr>
            <a:r>
              <a:t>PHASE 3  | 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9F1C"/>
                </a:solidFill>
                <a:latin typeface="Calibri"/>
              </a:defRPr>
            </a:pPr>
            <a:r>
              <a:t>The quality of AI output depends on the quality of your instructions.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30352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456E"/>
                </a:solidFill>
                <a:latin typeface="Calibri"/>
              </a:defRPr>
            </a:pPr>
            <a:r>
              <a:t>Vague Prompt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"Make a quiz about science"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Result: random format, no options,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inconsistent, can't parse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30352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20040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Specific Prompt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"Generate 5 Easy questions on Science.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Return JSON with: question, 4 options,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correct answer, explanation."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Result: clean JSON, parseable,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consistent every time!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PHASE 4  |  The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Streamlit: Python to Web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86FC"/>
                </a:solidFill>
                <a:latin typeface="Calibri"/>
              </a:defRPr>
            </a:pPr>
            <a:r>
              <a:t>Write Python. Get a web app. No HTML, CSS, or JavaScript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265176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st.sidebar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Control panel</a:t>
            </a:r>
            <a:br/>
            <a:r>
              <a:t>(inputs, buttons)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017520"/>
            <a:ext cx="265176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1C"/>
                </a:solidFill>
                <a:latin typeface="Calibri"/>
              </a:defRPr>
            </a:pPr>
            <a:r>
              <a:t>st.session_state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023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Remember data</a:t>
            </a:r>
            <a:br/>
            <a:r>
              <a:t>between clicks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265176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st.columns()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Layout in</a:t>
            </a:r>
            <a:br/>
            <a:r>
              <a:t>2+ columns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3017520"/>
            <a:ext cx="2651760" cy="20116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200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B86FC"/>
                </a:solidFill>
                <a:latin typeface="Calibri"/>
              </a:defRPr>
            </a:pPr>
            <a:r>
              <a:t>st.progress()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02336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Visual progress</a:t>
            </a:r>
            <a:br/>
            <a:r>
              <a:t>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486400"/>
            <a:ext cx="758952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0" y="56235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Calibri"/>
              </a:defRPr>
            </a:pPr>
            <a:r>
              <a:t>streamlit run app.py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You Built 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783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456E"/>
                </a:solidFill>
                <a:latin typeface="Calibri"/>
              </a:defRPr>
            </a:pPr>
            <a:r>
              <a:t>.env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7830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1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7830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API key stored safely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834640"/>
            <a:ext cx="941832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971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B4D8"/>
                </a:solidFill>
                <a:latin typeface="Calibri"/>
              </a:defRPr>
            </a:pPr>
            <a:r>
              <a:t>utils.py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718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70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971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API connection, HTTP requests, 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023360"/>
            <a:ext cx="941832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160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9F1C"/>
                </a:solidFill>
                <a:latin typeface="Calibri"/>
              </a:defRPr>
            </a:pPr>
            <a:r>
              <a:t>quiz_logic.py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160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76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160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Prompt engineering, JSON parsing, scoring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212080"/>
            <a:ext cx="9418320" cy="10058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349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Calibri"/>
              </a:defRPr>
            </a:pPr>
            <a:r>
              <a:t>app.py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4924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136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Streamlit UI, session state, user interaction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760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APIs  |  HTTP Requests  |  JSON  |  OOP  |  Prompt Engineering  |  Streamlit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What's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B4D8"/>
                </a:solidFill>
                <a:latin typeface="Calibri"/>
              </a:defRPr>
            </a:pPr>
            <a:r>
              <a:t>Session 2C: GitHub Profile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Push Quiz Master as your first public project. Your portfolio starts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572000"/>
            <a:ext cx="667512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75488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9F1C"/>
                </a:solidFill>
                <a:latin typeface="Calibri"/>
              </a:defRPr>
            </a:pPr>
            <a:r>
              <a:t>Homework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Generate 3 quizzes on different topics.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Note any bugs or ideas for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