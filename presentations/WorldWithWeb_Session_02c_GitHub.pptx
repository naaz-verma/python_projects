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56032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00B4D8"/>
                </a:solidFill>
                <a:latin typeface="Calibri"/>
              </a:defRPr>
            </a:pPr>
            <a:r>
              <a:t>Session 2C: GitHub Profile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Your code portfolio starts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Why GitHub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B4D8"/>
                </a:solidFill>
                <a:latin typeface="Calibri"/>
              </a:defRPr>
            </a:pPr>
            <a:r>
              <a:t>GitHub is your code portfolio. Like Instagram, but for builders.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6E"/>
                </a:solidFill>
                <a:latin typeface="Calibri"/>
              </a:defRPr>
            </a:pPr>
            <a:r>
              <a:t>Student A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0">
                <a:solidFill>
                  <a:srgbClr val="CCCCCC"/>
                </a:solidFill>
                <a:latin typeface="Calibri"/>
              </a:defRPr>
            </a:pPr>
            <a:r>
              <a:t>"I know Python"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999999"/>
                </a:solidFill>
                <a:latin typeface="Calibri"/>
              </a:defRPr>
            </a:pPr>
            <a:r>
              <a:t>No proof. Just words.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6032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676"/>
                </a:solidFill>
                <a:latin typeface="Calibri"/>
              </a:defRPr>
            </a:pPr>
            <a:r>
              <a:t>Student B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Opens laptop, shows 7 projects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E676"/>
                </a:solidFill>
                <a:latin typeface="Calibri"/>
              </a:defRPr>
            </a:pPr>
            <a:r>
              <a:t>Hired. Admitted. Respected.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33832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100M+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developers</a:t>
            </a:r>
            <a:br/>
            <a:r>
              <a:t>on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5303520"/>
            <a:ext cx="33832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1C"/>
                </a:solidFill>
                <a:latin typeface="Calibri"/>
              </a:defRPr>
            </a:pPr>
            <a:r>
              <a:t>Most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companies check</a:t>
            </a:r>
            <a:br/>
            <a:r>
              <a:t>GitHub first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5303520"/>
            <a:ext cx="3383280" cy="11887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394960"/>
            <a:ext cx="1645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for hackathons</a:t>
            </a:r>
            <a:br/>
            <a:r>
              <a:t>&amp; internships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1C"/>
                </a:solidFill>
                <a:latin typeface="Calibri"/>
              </a:defRPr>
            </a:pPr>
            <a:r>
              <a:t>GIT FUNDAMENTALS  |  Just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Only 5 Commands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515600" cy="7772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git 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214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Start tracking a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214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"Open a new notebook"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515600" cy="7772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0358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git add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358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Stage your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358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"Highlight what to save"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7772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502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git commit -m "msg"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9502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Save a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9502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"Take a photo of your work"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10515600" cy="7772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8646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B86FC"/>
                </a:solidFill>
                <a:latin typeface="Calibri"/>
              </a:defRPr>
            </a:pPr>
            <a:r>
              <a:t>git remote add origin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646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Connect to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646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"Link notebook to cloud"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69280"/>
            <a:ext cx="10515600" cy="77724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7790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git push -u origin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77900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Upload to 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57790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"Upload photo to cloud"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6E"/>
                </a:solidFill>
                <a:latin typeface="Calibri"/>
              </a:defRPr>
            </a:pPr>
            <a:r>
              <a:t>CRITICAL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.gitignore: Protect Your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51560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456E"/>
                </a:solidFill>
                <a:latin typeface="Calibri"/>
              </a:defRPr>
            </a:pPr>
            <a:r>
              <a:t>If your API key gets on GitHub, anyone can use it!</a:t>
            </a:r>
          </a:p>
          <a:p>
            <a:pPr algn="l">
              <a:spcBef>
                <a:spcPts val="1000"/>
              </a:spcBef>
              <a:defRPr sz="2200" b="0">
                <a:solidFill>
                  <a:srgbClr val="CCCCCC"/>
                </a:solidFill>
                <a:latin typeface="Calibri"/>
              </a:defRPr>
            </a:pPr>
            <a:r>
              <a:t>.gitignore tells Git to NEVER upload certain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.gitignore file: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.env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__pycache__/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*.pyc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After pushing, verify: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Go to your repo on GitHub</a:t>
            </a:r>
          </a:p>
          <a:p>
            <a:pPr algn="l">
              <a:spcBef>
                <a:spcPts val="1000"/>
              </a:spcBef>
              <a:defRPr sz="2000" b="1">
                <a:solidFill>
                  <a:srgbClr val="00E676"/>
                </a:solidFill>
                <a:latin typeface="Calibri"/>
              </a:defRPr>
            </a:pPr>
            <a:r>
              <a:t>.env should NOT be there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All code files ARE there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00E676"/>
                </a:solidFill>
                <a:latin typeface="Calibri"/>
              </a:defRPr>
            </a:pPr>
            <a:r>
              <a:t>gitignore worked!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YOUR PROJECT'S FRONT DOOR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Writing a Good README.md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5176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B4D8"/>
                </a:solidFill>
                <a:latin typeface="Calibri"/>
              </a:defRPr>
            </a:pPr>
            <a:r>
              <a:t># Project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is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286000"/>
            <a:ext cx="265176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468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76"/>
                </a:solidFill>
                <a:latin typeface="Calibri"/>
              </a:defRPr>
            </a:pPr>
            <a:r>
              <a:t>## 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Features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86000"/>
            <a:ext cx="265176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F1C"/>
                </a:solidFill>
                <a:latin typeface="Calibri"/>
              </a:defRPr>
            </a:pPr>
            <a:r>
              <a:t>## Built with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286000"/>
            <a:ext cx="265176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4688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B86FC"/>
                </a:solidFill>
                <a:latin typeface="Calibri"/>
              </a:defRPr>
            </a:pPr>
            <a:r>
              <a:t>## How to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Setup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572000"/>
            <a:ext cx="9418320" cy="16459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7548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A good README makes your project look professional.</a:t>
            </a:r>
          </a:p>
          <a:p>
            <a:pPr algn="l">
              <a:spcBef>
                <a:spcPts val="10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Recruiters, judges, and professors read your README before your code.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Write it like you're explaining your project to a smart friend.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THE SECRET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Profile README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2920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  <a:latin typeface="Calibri"/>
              </a:defRPr>
            </a:pPr>
            <a:r>
              <a:t>How to set it up: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1. Create repo named "USERNAME"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   (your exact GitHub username)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2. Check 'Add a README file'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3. Edit the README.md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00E676"/>
                </a:solidFill>
                <a:latin typeface="Calibri"/>
              </a:defRPr>
            </a:pPr>
            <a:r>
              <a:t>4. It shows on your profile page!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Calibri"/>
              </a:defRPr>
            </a:pPr>
            <a:r>
              <a:t>What to include: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About Me -- who you are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My Projects -- table with links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Currently Learning -- your skills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Connect -- WorldWithWeb link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BB86FC"/>
                </a:solidFill>
                <a:latin typeface="Calibri"/>
              </a:defRPr>
            </a:pPr>
            <a:r>
              <a:t>Visit: github.com/USERNAME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BB86FC"/>
                </a:solidFill>
                <a:latin typeface="Calibri"/>
              </a:defRPr>
            </a:pPr>
            <a:r>
              <a:t>to see it live!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End of Session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7190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GitHub account created with photo &amp; bio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42316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49631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Git installed and configured on your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20040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327355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Quiz Master repo pushed and public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97764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05079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.gitignore working (no .env in repo!)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75488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482803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README.md on Quiz Master repo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532120"/>
            <a:ext cx="8503920" cy="64008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56052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Profile README visible on your profile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669280"/>
            <a:ext cx="7589520" cy="914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58064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Calibri"/>
              </a:defRPr>
            </a:pPr>
            <a:r>
              <a:t>Challenge: Push Password Fortress as repo #2 this week!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Every project you build goes on GitHub.</a:t>
            </a:r>
          </a:p>
          <a:p>
            <a:pPr algn="ctr">
              <a:spcBef>
                <a:spcPts val="1000"/>
              </a:spcBef>
              <a:defRPr sz="2800" b="0">
                <a:solidFill>
                  <a:srgbClr val="00B4D8"/>
                </a:solidFill>
                <a:latin typeface="Calibri"/>
              </a:defRPr>
            </a:pPr>
            <a:r>
              <a:t>Your portfolio grows in real-time.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By the end of 6 weeks, you'll have 7 repos.</a:t>
            </a:r>
          </a:p>
          <a:p>
            <a:pPr algn="ctr">
              <a:spcBef>
                <a:spcPts val="1000"/>
              </a:spcBef>
              <a:defRPr sz="2400" b="1">
                <a:solidFill>
                  <a:srgbClr val="00E676"/>
                </a:solidFill>
                <a:latin typeface="Calibri"/>
              </a:defRPr>
            </a:pPr>
            <a:r>
              <a:t>Most college students have zero.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