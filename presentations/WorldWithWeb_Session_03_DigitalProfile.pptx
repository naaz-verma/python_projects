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5097127-B0BE-4C45-96E3-E932FA0C9896}" type="datetimeFigureOut">
              <a:rPr lang="en-IN" smtClean="0"/>
              <a:t>29-04-2026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F820492-BEBC-4334-926F-386A19F3356A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507377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"Two students. Same skills. Same college. Same CGPA.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Student A has nothing online.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Student B has LinkedIn, GitHub, and a portfolio.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&gt; Who gets the call?"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**Show of hands:**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"How many have a LinkedIn? Updated in last 3 months? Any portfolio online?"</a:t>
            </a: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820492-BEBC-4334-926F-386A19F3356A}" type="slidenum">
              <a:rPr lang="en-IN" smtClean="0"/>
              <a:t>2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9824587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Platform | Best For | Who Checks It |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|----------|----------|---------------|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**LinkedIn**</a:t>
            </a: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Professional identity | Recruiters, HR, clients |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**GitHub**</a:t>
            </a: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Code &amp; projects | Tech recruiters, developers |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**Portfolio Website**</a:t>
            </a: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Your brand, your way | Everyone who Googles you |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en-IN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Behance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/</a:t>
            </a:r>
            <a:r>
              <a:rPr lang="en-IN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Dribbble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Design &amp; visual work | Design agencies, clients |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**Notion Portfolio**</a:t>
            </a: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Case studies, projects | Freelance clients, interviewers |</a:t>
            </a:r>
          </a:p>
          <a:p>
            <a:b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IN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IN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*"You don't need all of these. But you need at least one. Today we start with the two most important: LinkedIn and your Resume."*</a:t>
            </a:r>
            <a:endParaRPr lang="en-IN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820492-BEBC-4334-926F-386A19F3356A}" type="slidenum">
              <a:rPr lang="en-IN" smtClean="0"/>
              <a:t>3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1902113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**For:**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Python students, anyone who codes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GitHub = your code portfolio, like Instagram but for builders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Profile README = your landing page on GitHub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Green contribution graph = proof you're active and consistent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Good READMEs on repos = professionalism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- 100M+ developers use it, recruiters check it before interviews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**Show:**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A real GitHub profile with profile README and 5+ repos.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*"If you code, GitHub is non-negotiable. We have a separate hands-on session for this."*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820492-BEBC-4334-926F-386A19F3356A}" type="slidenum">
              <a:rPr lang="en-IN" smtClean="0"/>
              <a:t>5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664655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**For:**</a:t>
            </a: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Everyone, especially DM and Graphics students</a:t>
            </a:r>
          </a:p>
          <a:p>
            <a:b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IN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Options available (free or cheap):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Platform | Effort | Best For |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|----------|--------|----------|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**Notion**</a:t>
            </a: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Low -- no coding, free | Everyone, quick portfolio |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**Carrd.co**</a:t>
            </a: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Low -- drag &amp; drop, free tier | Simple one-page site |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**GitHub Pages**</a:t>
            </a: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Medium -- needs HTML/CSS | Python/web students |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**WordPress**</a:t>
            </a: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Medium-High -- full site | DM students (SEO practice too) |</a:t>
            </a:r>
          </a:p>
          <a:p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en-IN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Bio.link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/ </a:t>
            </a:r>
            <a:r>
              <a:rPr lang="en-IN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Linktree</a:t>
            </a:r>
            <a:r>
              <a:rPr lang="en-IN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</a:t>
            </a:r>
            <a: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Very low | Quick link-in-bio page |</a:t>
            </a:r>
          </a:p>
          <a:p>
            <a:br>
              <a:rPr lang="en-IN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IN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IN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*"A portfolio website is your next step after today. Pick one that matches your comfort level."*</a:t>
            </a:r>
            <a:endParaRPr lang="en-IN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820492-BEBC-4334-926F-386A19F3356A}" type="slidenum">
              <a:rPr lang="en-IN" smtClean="0"/>
              <a:t>6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6434360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**For:**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Graphics and Design students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Behance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Adobe's platform, industry standard for designers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Dribbble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= more curated, invite-based community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Upload poster designs, logos, social media graphics, brand work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Clients and agencies actively browse these to find designers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*"If you're in graphics, </a:t>
            </a:r>
            <a:r>
              <a:rPr lang="en-US" sz="1200" b="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Behance</a:t>
            </a:r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your GitHub. Start uploading your best work."*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820492-BEBC-4334-926F-386A19F3356A}" type="slidenum">
              <a:rPr lang="en-IN" smtClean="0"/>
              <a:t>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67910356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What | Why It Helps |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|------|-------------|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**Write LinkedIn posts**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Shows you're active, builds visibility, algorithm rewards consistency |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**Get recommendations on LinkedIn**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Social proof from trainers, peers, clients |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**Contribute to open source**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Shows initiative (for coders) |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**Start a blog**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</a:t>
            </a:r>
            <a:r>
              <a:rPr lang="en-U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Hashnode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Medium, or your own site -- shows thought leadership |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**Build in public**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Share your learning journey -- people connect with progress |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**Collect testimonials**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From project collaborators, clients, mentors |</a:t>
            </a:r>
          </a:p>
          <a:p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|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**Google yourself**</a:t>
            </a:r>
            <a: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| Check what comes up -- then fix it |</a:t>
            </a:r>
          </a:p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*"Your digital profile isn't a one-time thing. It's something you keep building. Today we lay the foundation."*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820492-BEBC-4334-926F-386A19F3356A}" type="slidenum">
              <a:rPr lang="en-IN" smtClean="0"/>
              <a:t>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85784671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br>
              <a:rPr lang="en-U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*"Everything we're building today -- LinkedIn, resume, the platforms we discussed -- becomes incredibly powerful when you start applying for jobs, internships, or freelance work. A strong digital profile is the first filter. We'll do a dedicated career and job-readiness session later. Today is about making yourself visible."*</a:t>
            </a:r>
            <a:endParaRPr lang="en-US" sz="1200" b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F820492-BEBC-4334-926F-386A19F3356A}" type="slidenum">
              <a:rPr lang="en-IN" smtClean="0"/>
              <a:t>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022554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4/29/2026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Build Your Digital Profile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7432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77B5"/>
                </a:solidFill>
                <a:latin typeface="Calibri"/>
              </a:defRPr>
            </a:pPr>
            <a:r>
              <a:t>Walk in invisible. Walk out discoverable.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LinkedIn  |  Resume  |  GitHub  |  Portfolio  |  Behance  &amp;  More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669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AAAAAA"/>
                </a:solidFill>
                <a:latin typeface="Calibri"/>
              </a:defRPr>
            </a:pPr>
            <a:r>
              <a:t>WorldWithWeb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Invisible Problem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371600"/>
            <a:ext cx="5029200" cy="32004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371600"/>
            <a:ext cx="5029200" cy="50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5087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74C3C"/>
                </a:solidFill>
                <a:latin typeface="Calibri"/>
              </a:defRPr>
            </a:pPr>
            <a:r>
              <a:t>Student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8745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Same college, same skills, same CGPA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3055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14400" y="2386584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No LinkedIn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42616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No GitHub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89864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No portfolio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546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No online presence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34107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666744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Result: No callback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0" y="1371600"/>
            <a:ext cx="5029200" cy="32004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400800" y="1371600"/>
            <a:ext cx="5029200" cy="50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583680" y="15087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Student 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18745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Same college, same skills, same CGPA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13055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583680" y="2386584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LinkedIn with 500+ connections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642616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GitHub with 5 projects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289864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Portfolio website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0" y="31546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Active online presence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0" y="34107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6583680" y="3666744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Result: Gets the call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1">
                <a:solidFill>
                  <a:srgbClr val="0077B5"/>
                </a:solidFill>
                <a:latin typeface="Calibri"/>
              </a:defRPr>
            </a:pPr>
            <a:r>
              <a:t>"Same skills. Different visibility. Different outcomes."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 Is a Digital Profile?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Everything someone finds when they search your name online.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69848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0077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0077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Who Checks It</a:t>
                      </a:r>
                    </a:p>
                  </a:txBody>
                  <a:tcPr>
                    <a:solidFill>
                      <a:srgbClr val="0077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LinkedIn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Professional identity &amp; networking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Recruiters, HR, clients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GitHub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Code &amp; project portfolio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Tech recruiters, developers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Portfolio Website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Your brand, your way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Everyone who Googles you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Behance / Dribbble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Design &amp; visual work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Design agencies, clients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Notion Portfolio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Case studies &amp; projects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Freelance clients, interviewers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7B5"/>
                </a:solidFill>
                <a:latin typeface="Calibri"/>
              </a:defRPr>
            </a:pPr>
            <a:r>
              <a:t>You don't need all of these. But you need at least one.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Real Profiles That Stand Out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None of these people are famous. They're students like you. They just showed up online.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2011680"/>
            <a:ext cx="2560320" cy="32004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457200" y="2011680"/>
            <a:ext cx="2560320" cy="50800"/>
          </a:xfrm>
          <a:prstGeom prst="rect">
            <a:avLst/>
          </a:prstGeom>
          <a:solidFill>
            <a:srgbClr val="00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7B5"/>
                </a:solidFill>
                <a:latin typeface="Calibri"/>
              </a:defRPr>
            </a:pPr>
            <a:r>
              <a:t>LinkedIn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5146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Strong headline, custom banner,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937401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rPr lang="en-IN" dirty="0"/>
              <a:t>about </a:t>
            </a:r>
            <a:r>
              <a:rPr dirty="0"/>
              <a:t>section, featured projects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02666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3291840" y="2011680"/>
            <a:ext cx="2560320" cy="32004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291840" y="2011680"/>
            <a:ext cx="2560320" cy="50800"/>
          </a:xfrm>
          <a:prstGeom prst="rect">
            <a:avLst/>
          </a:prstGeom>
          <a:solidFill>
            <a:srgbClr val="23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474720" y="2148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963E"/>
                </a:solidFill>
                <a:latin typeface="Calibri"/>
              </a:defRPr>
            </a:pPr>
            <a: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5146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Profile README, green graph,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74720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5+ repos with READMEs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74720" y="302666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126480" y="2011680"/>
            <a:ext cx="2560320" cy="32004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126480" y="2011680"/>
            <a:ext cx="2560320" cy="50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309360" y="2148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Notion Portfolio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5146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Clean layout, project case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studies, shareable link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09360" y="302666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25" name="Rounded Rectangle 24"/>
          <p:cNvSpPr/>
          <p:nvPr/>
        </p:nvSpPr>
        <p:spPr>
          <a:xfrm>
            <a:off x="8961120" y="2011680"/>
            <a:ext cx="2560320" cy="32004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8961120" y="2011680"/>
            <a:ext cx="2560320" cy="508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9144000" y="214884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7FF"/>
                </a:solidFill>
                <a:latin typeface="Calibri"/>
              </a:defRPr>
            </a:pPr>
            <a:r>
              <a:t>Behance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251460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4-5 design projects,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44000" y="277063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visual showcase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026664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GitHub -- Your Code Portfolio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For: Python students &amp; anyone who codes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54864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Like Instagram, but for builders -- 100M+ developers use it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Profile README = your landing page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Green contribution graph = proof you're active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Good READMEs on repos = professionalism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Recruiters check GitHub before interviews</a:t>
            </a:r>
          </a:p>
          <a:p>
            <a:pPr>
              <a:spcAft>
                <a:spcPts val="600"/>
              </a:spcAft>
              <a:defRPr sz="1600">
                <a:solidFill>
                  <a:srgbClr val="FFFFFF"/>
                </a:solidFill>
                <a:latin typeface="Calibri"/>
              </a:defRPr>
            </a:pPr>
            <a:r>
              <a:t>  Hackathons &amp; internships require a GitHub link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858000" y="1645920"/>
            <a:ext cx="4572000" cy="292608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ectangle 5"/>
          <p:cNvSpPr/>
          <p:nvPr/>
        </p:nvSpPr>
        <p:spPr>
          <a:xfrm>
            <a:off x="6858000" y="1645920"/>
            <a:ext cx="4572000" cy="50800"/>
          </a:xfrm>
          <a:prstGeom prst="rect">
            <a:avLst/>
          </a:prstGeom>
          <a:solidFill>
            <a:srgbClr val="23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040880" y="1783080"/>
            <a:ext cx="4206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3963E"/>
                </a:solidFill>
                <a:latin typeface="Calibri"/>
              </a:defRPr>
            </a:pPr>
            <a:r>
              <a:t>What Makes a Good GitHub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0" y="2148840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Profile photo &amp; bio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2404872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Profile README with intro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40880" y="2660904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5+ public repos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0" y="2916936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Each repo has a README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40880" y="3172968"/>
            <a:ext cx="4206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Active contribution graph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0077B5"/>
                </a:solidFill>
                <a:latin typeface="Calibri"/>
              </a:defRPr>
            </a:pPr>
            <a:r>
              <a:t>"We have a separate hands-on session for GitHub. Today -- awareness."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Portfolio Websites -- Your Options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For: Everyone, especially DM &amp; Graphics students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645920"/>
          <a:ext cx="107899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560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8404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Platform</a:t>
                      </a:r>
                    </a:p>
                  </a:txBody>
                  <a:tcPr>
                    <a:solidFill>
                      <a:srgbClr val="F39C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Effort</a:t>
                      </a:r>
                    </a:p>
                  </a:txBody>
                  <a:tcPr>
                    <a:solidFill>
                      <a:srgbClr val="F39C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Cost</a:t>
                      </a:r>
                    </a:p>
                  </a:txBody>
                  <a:tcPr>
                    <a:solidFill>
                      <a:srgbClr val="F39C1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Best For</a:t>
                      </a:r>
                    </a:p>
                  </a:txBody>
                  <a:tcPr>
                    <a:solidFill>
                      <a:srgbClr val="F39C1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Notion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Low -- no coding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Everyone, quick portfolio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Carrd.co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Low -- drag &amp; drop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Free tier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Simple one-page site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GitHub Pages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Medium -- HTML/CSS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Python / web students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WordPress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Medium-High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Free / Paid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DM students (SEO practice)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Bio.link / Linktree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Very low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Quick link-in-bio page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F39C12"/>
                </a:solidFill>
                <a:latin typeface="Calibri"/>
              </a:defRPr>
            </a:pPr>
            <a:r>
              <a:t>"Pick one that matches your comfort level. Start after today's session."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Behance &amp; Dribbble -- Visual Showcase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B59B6"/>
                </a:solidFill>
                <a:latin typeface="Calibri"/>
              </a:defRPr>
            </a:pPr>
            <a:r>
              <a:t>For: Graphics &amp; Design students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5029200" cy="32004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5029200" cy="50800"/>
          </a:xfrm>
          <a:prstGeom prst="rect">
            <a:avLst/>
          </a:prstGeom>
          <a:solidFill>
            <a:srgbClr val="005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57FF"/>
                </a:solidFill>
                <a:latin typeface="Calibri"/>
              </a:defRPr>
            </a:pPr>
            <a:r>
              <a:t>Behance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Adobe's platform -- industry standard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40487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Upload poster designs, logos, brand 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660904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Clients &amp; agencies browse to find designers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916936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Free to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17296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Connect your Adobe portfolio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645920"/>
            <a:ext cx="5029200" cy="32004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645920"/>
            <a:ext cx="5029200" cy="50800"/>
          </a:xfrm>
          <a:prstGeom prst="rect">
            <a:avLst/>
          </a:prstGeom>
          <a:solidFill>
            <a:srgbClr val="EA4C8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178308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A4C89"/>
                </a:solidFill>
                <a:latin typeface="Calibri"/>
              </a:defRPr>
            </a:pPr>
            <a:r>
              <a:t>Dribbble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21488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More curated, invite-based community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40487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Show your best visual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660904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Used by top design agencies worldwide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916936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Great for social media graphics &amp; UI work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317296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Build a following in the design community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152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700" b="0">
                <a:solidFill>
                  <a:srgbClr val="9B59B6"/>
                </a:solidFill>
                <a:latin typeface="Calibri"/>
              </a:defRPr>
            </a:pPr>
            <a:r>
              <a:t>"If you're in graphics, Behance is your GitHub. Start uploading your best work."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Beyond Profiles -- Keep Building Visibility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303520" cy="13716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303520" cy="50800"/>
          </a:xfrm>
          <a:prstGeom prst="rect">
            <a:avLst/>
          </a:prstGeom>
          <a:solidFill>
            <a:srgbClr val="00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0077B5"/>
                </a:solidFill>
                <a:latin typeface="Calibri"/>
              </a:defRPr>
            </a:pPr>
            <a:r>
              <a:t>Write LinkedIn Posts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Shows you're active, builds visibility, algorithm rewards consistency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0" y="1280160"/>
            <a:ext cx="5303520" cy="13716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0" y="1280160"/>
            <a:ext cx="5303520" cy="50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583680" y="14173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ECC71"/>
                </a:solidFill>
                <a:latin typeface="Calibri"/>
              </a:defRPr>
            </a:pPr>
            <a:r>
              <a:t>Get Recommendations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17830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Social proof from trainers, peers, clients on LinkedIn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926080"/>
            <a:ext cx="5303520" cy="13716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731520" y="2926080"/>
            <a:ext cx="5303520" cy="508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914400" y="3063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F39C12"/>
                </a:solidFill>
                <a:latin typeface="Calibri"/>
              </a:defRPr>
            </a:pPr>
            <a:r>
              <a:t>Start a Blog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34290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Hashnode, Medium, or your own site -- shows thought leadership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0" y="2926080"/>
            <a:ext cx="5303520" cy="13716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6400800" y="2926080"/>
            <a:ext cx="5303520" cy="508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583680" y="306324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9B59B6"/>
                </a:solidFill>
                <a:latin typeface="Calibri"/>
              </a:defRPr>
            </a:pPr>
            <a:r>
              <a:t>Build in Public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342900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Share your learning journey -- people connect with progress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4572000"/>
            <a:ext cx="5303520" cy="13716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731520" y="4572000"/>
            <a:ext cx="5303520" cy="50800"/>
          </a:xfrm>
          <a:prstGeom prst="rect">
            <a:avLst/>
          </a:prstGeom>
          <a:solidFill>
            <a:srgbClr val="2396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914400" y="4709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23963E"/>
                </a:solidFill>
                <a:latin typeface="Calibri"/>
              </a:defRPr>
            </a:pPr>
            <a:r>
              <a:t>Contribute to Open Source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" y="50749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Shows initiative -- for coders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0" y="4572000"/>
            <a:ext cx="5303520" cy="13716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6400800" y="4572000"/>
            <a:ext cx="5303520" cy="50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583680" y="4709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1">
                <a:solidFill>
                  <a:srgbClr val="E74C3C"/>
                </a:solidFill>
                <a:latin typeface="Calibri"/>
              </a:defRPr>
            </a:pPr>
            <a:r>
              <a:t>Google Yourself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83680" y="507492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Check what comes up when someone searches your name -- then fix it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Resume &amp; Jobs -- A Quick Note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371600" y="164592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200" b="0">
                <a:solidFill>
                  <a:srgbClr val="CCCCCC"/>
                </a:solidFill>
                <a:latin typeface="Calibri"/>
              </a:defRPr>
            </a:pPr>
            <a:r>
              <a:t>Everything you're building today becomes powerful</a:t>
            </a:r>
            <a:br/>
            <a:r>
              <a:t>when you start applying for jobs, internships, or freelance work.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017520"/>
            <a:ext cx="82296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A strong digital profile is the first filter recruiters use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LinkedIn + Resume + Portfolio = the complete package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Today we build the foundation -- career readiness comes in a dedicated session</a:t>
            </a:r>
          </a:p>
          <a:p>
            <a:pPr>
              <a:spcAft>
                <a:spcPts val="600"/>
              </a:spcAft>
              <a:defRPr sz="1800">
                <a:solidFill>
                  <a:srgbClr val="FFFFFF"/>
                </a:solidFill>
                <a:latin typeface="Calibri"/>
              </a:defRPr>
            </a:pPr>
            <a:r>
              <a:t>  Focus now: make yourself visible and discoverable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Hands-On Time!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0077B5"/>
                </a:solidFill>
                <a:latin typeface="Calibri"/>
              </a:defRPr>
            </a:pPr>
            <a:r>
              <a:t>Open your laptops. Let's build.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828800" y="3840480"/>
            <a:ext cx="3840480" cy="18288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828800" y="3840480"/>
            <a:ext cx="3840480" cy="50800"/>
          </a:xfrm>
          <a:prstGeom prst="rect">
            <a:avLst/>
          </a:prstGeom>
          <a:solidFill>
            <a:srgbClr val="00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2011680" y="3977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0077B5"/>
                </a:solidFill>
                <a:latin typeface="Calibri"/>
              </a:defRPr>
            </a:pPr>
            <a:r>
              <a:t>LinkedIn Profile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4343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Photo, Banner, Headline,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45994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About Section, Skills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11680" y="48554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30 minutes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840480"/>
            <a:ext cx="3840480" cy="18288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6400800" y="3840480"/>
            <a:ext cx="3840480" cy="50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583680" y="397764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Resume on Canva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583680" y="4343400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Template, Sections, Projects,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83680" y="4599432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Skills, Download as PDF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4855464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30 minutes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7B5"/>
                </a:solidFill>
                <a:latin typeface="Calibri"/>
              </a:defRPr>
            </a:pPr>
            <a:r>
              <a:t>LinkedIn Step 1: Photo &amp; Banner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5029200" cy="27432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5029200" cy="50800"/>
          </a:xfrm>
          <a:prstGeom prst="rect">
            <a:avLst/>
          </a:prstGeom>
          <a:solidFill>
            <a:srgbClr val="00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7B5"/>
                </a:solidFill>
                <a:latin typeface="Calibri"/>
              </a:defRPr>
            </a:pPr>
            <a:r>
              <a:t>Profile Photo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Clear face, good lighting, plain background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No selfies, no group photos, no filters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95144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Professional or clean casual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51176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914400" y="280720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Don't have one? Take a photo right now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0632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against a plain wall!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1280160"/>
            <a:ext cx="5029200" cy="27432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0" y="1280160"/>
            <a:ext cx="5029200" cy="50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583680" y="14173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Banner Image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0" y="178308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Go to Canva &gt; search 'LinkedIn banner'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2039112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Pick a clean template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0" y="2295144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Add your name + what you do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0" y="2551176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e.g. 'Python Developer | AI Enthusiast'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807208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6583680" y="306324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Download &amp; upload to LinkedIn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5720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First impressions matter. Photo + Banner = your visual identity.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7B5"/>
                </a:solidFill>
                <a:latin typeface="Calibri"/>
              </a:defRPr>
            </a:pPr>
            <a:r>
              <a:t>LinkedIn Step 2: Headline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Don't just write "Student at XYZ College." Tell people what you DO.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14400" y="1828800"/>
          <a:ext cx="1051560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72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Your Track</a:t>
                      </a:r>
                    </a:p>
                  </a:txBody>
                  <a:tcPr>
                    <a:solidFill>
                      <a:srgbClr val="0077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Headline Template</a:t>
                      </a:r>
                    </a:p>
                  </a:txBody>
                  <a:tcPr>
                    <a:solidFill>
                      <a:srgbClr val="0077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Python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Python Developer | AI &amp; Automation | Building Real Projects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Digital Marketing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Digital Marketing | SEO &amp; Social Media | Content Strategy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Graphics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Graphic Designer | Brand &amp; Visual Design | Canva &amp; Adobe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General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Tech &amp; Digital Skills | Building at WorldWithWeb | Open to Learn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48463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Your headline appears everywhere -- search results, connection requests, comments.</a:t>
            </a:r>
            <a:br/>
            <a:r>
              <a:t>Make it count.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7B5"/>
                </a:solidFill>
                <a:latin typeface="Calibri"/>
              </a:defRPr>
            </a:pPr>
            <a:r>
              <a:t>LinkedIn Step 3: About Section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CCCCCC"/>
                </a:solidFill>
                <a:latin typeface="Calibri"/>
              </a:defRPr>
            </a:pPr>
            <a:r>
              <a:t>Copy this template. Fill in the blanks. Done.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371600" y="1554480"/>
            <a:ext cx="9144000" cy="41148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1371600" y="1554480"/>
            <a:ext cx="9144000" cy="50800"/>
          </a:xfrm>
          <a:prstGeom prst="rect">
            <a:avLst/>
          </a:prstGeom>
          <a:solidFill>
            <a:srgbClr val="00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554480" y="1691640"/>
            <a:ext cx="8778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7B5"/>
                </a:solidFill>
                <a:latin typeface="Calibri"/>
              </a:defRPr>
            </a:pPr>
            <a:r>
              <a:t>About Section Template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2057400"/>
            <a:ext cx="8778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Hi! I'm [Name], a [course/field] student at [College].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313432"/>
            <a:ext cx="8778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554480" y="2569464"/>
            <a:ext cx="8778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I'm currently learning [2-3 skills] at WorldWithWeb,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825496"/>
            <a:ext cx="8778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where I'm building hands-on projects in [area].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3081528"/>
            <a:ext cx="8778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554480" y="3337560"/>
            <a:ext cx="8778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I'm passionate about [1-2 interests] and actively looking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593592"/>
            <a:ext cx="8778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to connect with professionals and fellow learners.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849624"/>
            <a:ext cx="8778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554480" y="4105656"/>
            <a:ext cx="8778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Skills: [list 4-5 key skills]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4361688"/>
            <a:ext cx="8778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554480" y="4617720"/>
            <a:ext cx="8778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Let's connect!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0077B5"/>
                </a:solidFill>
                <a:latin typeface="Calibri"/>
              </a:defRPr>
            </a:pPr>
            <a:r>
              <a:t>LinkedIn Step 4: Add Details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731520" y="1280160"/>
            <a:ext cx="3291840" cy="32004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731520" y="1280160"/>
            <a:ext cx="3291840" cy="50800"/>
          </a:xfrm>
          <a:prstGeom prst="rect">
            <a:avLst/>
          </a:prstGeom>
          <a:solidFill>
            <a:srgbClr val="00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914400" y="1417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7B5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7830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Add your college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0391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Add WorldWithWeb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29514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Course name &amp; dates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5117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4389120" y="1280160"/>
            <a:ext cx="3291840" cy="32004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280160"/>
            <a:ext cx="3291840" cy="50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417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Skills (add 3-5)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17830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Python / SEO / Canva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0391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AI Tools / Analytics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29514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Content Writing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255117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Problem Solving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1280160"/>
            <a:ext cx="3291840" cy="32004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46720" y="1280160"/>
            <a:ext cx="3291840" cy="508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229600" y="141732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Optional Extras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17830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Set 'Open to work'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03911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Add a featured post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229514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Add certifications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255117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Custom profile URL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2920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1">
                <a:solidFill>
                  <a:srgbClr val="0077B5"/>
                </a:solidFill>
                <a:latin typeface="Calibri"/>
              </a:defRPr>
            </a:pPr>
            <a:r>
              <a:t>A complete profile gets 40x more opportunities on LinkedIn.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ECC71"/>
                </a:solidFill>
                <a:latin typeface="Calibri"/>
              </a:defRPr>
            </a:pPr>
            <a:r>
              <a:t>Resume: Pick a Template on Canva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371600"/>
            <a:ext cx="2560320" cy="22860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371600"/>
            <a:ext cx="2560320" cy="50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Step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874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Go to canva.com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13055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Create account if needed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91840" y="1371600"/>
            <a:ext cx="2560320" cy="22860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3291840" y="1371600"/>
            <a:ext cx="2560320" cy="50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3474720" y="1508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Step 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4720" y="1874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Search 'resume'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4720" y="213055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Browse professional templates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26480" y="1371600"/>
            <a:ext cx="2560320" cy="22860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2560320" cy="50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309360" y="1508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Step 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1874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Pick a CLEAN 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213055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Avoid overly flashy -- readable wins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0" y="1371600"/>
            <a:ext cx="2560320" cy="22860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961120" y="1371600"/>
            <a:ext cx="2560320" cy="50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144000" y="150876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ECC71"/>
                </a:solidFill>
                <a:latin typeface="Calibri"/>
              </a:defRPr>
            </a:pPr>
            <a:r>
              <a:t>Step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1874520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Start editing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2130552"/>
            <a:ext cx="21945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We'll fill each section together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411480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CCCCCC"/>
                </a:solidFill>
                <a:latin typeface="Calibri"/>
              </a:defRPr>
            </a:pPr>
            <a:r>
              <a:t>Tips:</a:t>
            </a:r>
            <a:br/>
            <a:r>
              <a:t>- Clean &gt; Fancy. Recruiters scan resumes in 6 seconds.</a:t>
            </a:r>
            <a:br/>
            <a:r>
              <a:t>- One page only. No borders, no clip art.</a:t>
            </a:r>
            <a:br/>
            <a:r>
              <a:t>- Use consistent fonts and spacing.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ECC71"/>
                </a:solidFill>
                <a:latin typeface="Calibri"/>
              </a:defRPr>
            </a:pPr>
            <a:r>
              <a:t>Resume: Fill the Sections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474720" cy="256032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474720" cy="50800"/>
          </a:xfrm>
          <a:prstGeom prst="rect">
            <a:avLst/>
          </a:prstGeom>
          <a:solidFill>
            <a:srgbClr val="00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7B5"/>
                </a:solidFill>
                <a:latin typeface="Calibri"/>
              </a:defRPr>
            </a:pPr>
            <a:r>
              <a:t>Header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Full name (large)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4767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One-line tagline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37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Email | Phone | LinkedIn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City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06240" y="1188720"/>
            <a:ext cx="3474720" cy="256032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206240" y="1188720"/>
            <a:ext cx="3474720" cy="50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389120" y="1325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2ECC71"/>
                </a:solidFill>
                <a:latin typeface="Calibri"/>
              </a:defRPr>
            </a:pPr>
            <a:r>
              <a:t>Education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89120" y="1691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College, degree, year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194767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WorldWithWeb -- course 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22037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Relevant coursework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955279" y="1188720"/>
            <a:ext cx="3474720" cy="256032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7955279" y="1188720"/>
            <a:ext cx="3474720" cy="508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138159" y="1325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Skills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1691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Python: Python, AI, APIs, Git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59" y="194767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DM: SEO, Analytics, Canva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59" y="22037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Graphics: Photoshop, Canva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38159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List 5-8 relevant skills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57200" y="4023360"/>
            <a:ext cx="5303520" cy="22860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457200" y="4023360"/>
            <a:ext cx="5303520" cy="508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0080" y="41605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B59B6"/>
                </a:solidFill>
                <a:latin typeface="Calibri"/>
              </a:defRPr>
            </a:pPr>
            <a:r>
              <a:t>Projects (Most Important!)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5262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Project Name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4782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- What it is (one line)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03834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- What you did / your role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29437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  - Tools &amp; tech used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5504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No projects yet? Use coursework or 'in progress' work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126480" y="4023360"/>
            <a:ext cx="5303520" cy="22860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6126480" y="4023360"/>
            <a:ext cx="5303520" cy="50800"/>
          </a:xfrm>
          <a:prstGeom prst="rect">
            <a:avLst/>
          </a:prstGeom>
          <a:solidFill>
            <a:srgbClr val="E74C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309360" y="416052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74C3C"/>
                </a:solidFill>
                <a:latin typeface="Calibri"/>
              </a:defRPr>
            </a:pPr>
            <a:r>
              <a:t>Extras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09360" y="4526280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Certifications &amp; courses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09360" y="4782312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Extracurriculars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09360" y="5038344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Volunteering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09360" y="5294376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Languages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09360" y="5550408"/>
            <a:ext cx="49377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CCCCCC"/>
                </a:solidFill>
                <a:latin typeface="Calibri"/>
              </a:defRPr>
            </a:pPr>
            <a:r>
              <a:t>Keep it to ONE PAGE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2ECC71"/>
                </a:solidFill>
                <a:latin typeface="Calibri"/>
              </a:defRPr>
            </a:pPr>
            <a:r>
              <a:t>Resume: Project Ideas by Track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188720"/>
            <a:ext cx="3474720" cy="36576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3474720" cy="50800"/>
          </a:xfrm>
          <a:prstGeom prst="rect">
            <a:avLst/>
          </a:prstGeom>
          <a:solidFill>
            <a:srgbClr val="00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40080" y="1325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77B5"/>
                </a:solidFill>
                <a:latin typeface="Calibri"/>
              </a:defRPr>
            </a:pPr>
            <a:r>
              <a:t>Python Students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91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Quiz Master -- AI quiz 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94767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Password Fortress -- security tool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2037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Web scraper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Telegram/Discord bot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71576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API integration project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9718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2278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Tools: Python, Streamlit,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8386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Gemini AI, Git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06240" y="1188720"/>
            <a:ext cx="3474720" cy="36576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206240" y="1188720"/>
            <a:ext cx="3474720" cy="508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389120" y="1325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39C12"/>
                </a:solidFill>
                <a:latin typeface="Calibri"/>
              </a:defRPr>
            </a:pPr>
            <a:r>
              <a:t>DM Students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1691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Social media campaign plan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194767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SEO audit &amp; keyword research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22037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Content calendar creation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89120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Mock ad campaign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89120" y="271576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Analytics report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29718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89120" y="32278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Tools: Google Analytics,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89120" y="348386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Canva, SEMrush, ChatGPT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55279" y="1188720"/>
            <a:ext cx="3474720" cy="36576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7955279" y="1188720"/>
            <a:ext cx="3474720" cy="508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138159" y="132588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9B59B6"/>
                </a:solidFill>
                <a:latin typeface="Calibri"/>
              </a:defRPr>
            </a:pPr>
            <a:r>
              <a:t>Graphics Students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138159" y="169164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Brand identity project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138159" y="194767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Social media graphics set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38159" y="220370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Poster / banner designs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138159" y="2459736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Logo design project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59" y="2715768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Video editing reel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59" y="2971800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138159" y="3227832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Tools: Canva, Photoshop,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138159" y="3483864"/>
            <a:ext cx="3108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CCCCC"/>
                </a:solidFill>
                <a:latin typeface="Calibri"/>
              </a:defRPr>
            </a:pPr>
            <a:r>
              <a:t>Illustrator, CapCut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3035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AAAAA"/>
                </a:solidFill>
                <a:latin typeface="Calibri"/>
              </a:defRPr>
            </a:pPr>
            <a:r>
              <a:t>No finished projects? Write about what you're learning and building right now.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914400" y="18288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Showcase Time!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20040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2ECC71"/>
                </a:solidFill>
                <a:latin typeface="Calibri"/>
              </a:defRPr>
            </a:pPr>
            <a:r>
              <a:t>Let's see what you built.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43891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CCCCC"/>
                </a:solidFill>
                <a:latin typeface="Calibri"/>
              </a:defRPr>
            </a:pPr>
            <a:r>
              <a:t>Best LinkedIn transformation  |  Best resume design  |  Most improved profile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The Connection Challenge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0077B5"/>
                </a:solidFill>
                <a:latin typeface="Calibri"/>
              </a:defRPr>
            </a:pPr>
            <a:r>
              <a:t>Right now. In this room. Do all three.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828800"/>
            <a:ext cx="3291840" cy="32004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731520" y="1828800"/>
            <a:ext cx="3291840" cy="50800"/>
          </a:xfrm>
          <a:prstGeom prst="rect">
            <a:avLst/>
          </a:prstGeom>
          <a:solidFill>
            <a:srgbClr val="0077B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965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0077B5"/>
                </a:solidFill>
                <a:latin typeface="Calibri"/>
              </a:defRPr>
            </a:pPr>
            <a:r>
              <a:t>1. Connect with 5 people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331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Open LinkedIn and connect with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587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5 people sitting in this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4378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Right now.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3291840" cy="32004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389120" y="1828800"/>
            <a:ext cx="3291840" cy="50800"/>
          </a:xfrm>
          <a:prstGeom prst="rect">
            <a:avLst/>
          </a:prstGeom>
          <a:solidFill>
            <a:srgbClr val="2ECC7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572000" y="1965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2ECC71"/>
                </a:solidFill>
                <a:latin typeface="Calibri"/>
              </a:defRPr>
            </a:pPr>
            <a:r>
              <a:t>2. Connect with the trainer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2331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Find the trainer's profile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587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and send a request.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84378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Add a personal note.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828800"/>
            <a:ext cx="3291840" cy="3200400"/>
          </a:xfrm>
          <a:prstGeom prst="roundRect">
            <a:avLst/>
          </a:prstGeom>
          <a:solidFill>
            <a:srgbClr val="1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8046720" y="1828800"/>
            <a:ext cx="3291840" cy="50800"/>
          </a:xfrm>
          <a:prstGeom prst="rect">
            <a:avLst/>
          </a:prstGeom>
          <a:solidFill>
            <a:srgbClr val="F39C1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229600" y="1965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F39C12"/>
                </a:solidFill>
                <a:latin typeface="Calibri"/>
              </a:defRPr>
            </a:pPr>
            <a:r>
              <a:t>3. Reach outside this room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33172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Send ONE connection request to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587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someone you admire in your field.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284378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CCCCC"/>
                </a:solidFill>
                <a:latin typeface="Calibri"/>
              </a:defRPr>
            </a:pPr>
            <a:r>
              <a:t>With a personal note.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621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What's Next?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424160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747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747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This Week</a:t>
                      </a:r>
                    </a:p>
                  </a:txBody>
                  <a:tcPr>
                    <a:solidFill>
                      <a:srgbClr val="0077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This Month</a:t>
                      </a:r>
                    </a:p>
                  </a:txBody>
                  <a:tcPr>
                    <a:solidFill>
                      <a:srgbClr val="0077B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Later</a:t>
                      </a:r>
                    </a:p>
                  </a:txBody>
                  <a:tcPr>
                    <a:solidFill>
                      <a:srgbClr val="0077B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Post on LinkedIn about</a:t>
                      </a:r>
                    </a:p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today's session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Set up GitHub (coders) or</a:t>
                      </a:r>
                    </a:p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Notion portfolio (others)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Build a personal website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Connect with 10 more people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Write a LinkedIn post about</a:t>
                      </a:r>
                    </a:p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your learning journey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Google your name -- own page 1</a:t>
                      </a:r>
                    </a:p>
                  </a:txBody>
                  <a:tcPr>
                    <a:solidFill>
                      <a:srgbClr val="16213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Send resume to someone</a:t>
                      </a:r>
                    </a:p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for feedback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Get a LinkedIn recommendation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Explore Behance/Dribbble</a:t>
                      </a:r>
                    </a:p>
                    <a:p>
                      <a:pPr>
                        <a:defRPr sz="1300">
                          <a:solidFill>
                            <a:srgbClr val="CCCCCC"/>
                          </a:solidFill>
                          <a:latin typeface="Calibri"/>
                        </a:defRPr>
                      </a:pPr>
                      <a:r>
                        <a:t>(designers)</a:t>
                      </a:r>
                    </a:p>
                  </a:txBody>
                  <a:tcPr>
                    <a:solidFill>
                      <a:srgbClr val="1E2A4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914400" y="43891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800" b="1">
                <a:solidFill>
                  <a:srgbClr val="0077B5"/>
                </a:solidFill>
                <a:latin typeface="Calibri"/>
              </a:defRPr>
            </a:pPr>
            <a:r>
              <a:t>"Your skills are real. Now the world can see them."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53035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AAAAAA"/>
                </a:solidFill>
                <a:latin typeface="Calibri"/>
              </a:defRPr>
            </a:pPr>
            <a:r>
              <a:t>WorldWithWeb -- Learn Tech. Build Real Things.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CCCCC"/>
                </a:solidFill>
                <a:latin typeface="Calibri"/>
              </a:defRPr>
            </a:pPr>
            <a:r>
              <a:t>worldwithweb.com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2225</Words>
  <Application>Microsoft Office PowerPoint</Application>
  <PresentationFormat>Widescreen</PresentationFormat>
  <Paragraphs>366</Paragraphs>
  <Slides>20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4" baseType="lpstr">
      <vt:lpstr>Aptos</vt:lpstr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Naaz Verma</cp:lastModifiedBy>
  <cp:revision>2</cp:revision>
  <dcterms:created xsi:type="dcterms:W3CDTF">2013-01-27T09:14:16Z</dcterms:created>
  <dcterms:modified xsi:type="dcterms:W3CDTF">2026-04-29T06:58:21Z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163535f3-a261-44fa-a080-b5a7b0a48f70_Enabled">
    <vt:lpwstr>true</vt:lpwstr>
  </property>
  <property fmtid="{D5CDD505-2E9C-101B-9397-08002B2CF9AE}" pid="3" name="MSIP_Label_163535f3-a261-44fa-a080-b5a7b0a48f70_SetDate">
    <vt:lpwstr>2026-04-29T06:58:21Z</vt:lpwstr>
  </property>
  <property fmtid="{D5CDD505-2E9C-101B-9397-08002B2CF9AE}" pid="4" name="MSIP_Label_163535f3-a261-44fa-a080-b5a7b0a48f70_Method">
    <vt:lpwstr>Standard</vt:lpwstr>
  </property>
  <property fmtid="{D5CDD505-2E9C-101B-9397-08002B2CF9AE}" pid="5" name="MSIP_Label_163535f3-a261-44fa-a080-b5a7b0a48f70_Name">
    <vt:lpwstr>UKG DLP Protected</vt:lpwstr>
  </property>
  <property fmtid="{D5CDD505-2E9C-101B-9397-08002B2CF9AE}" pid="6" name="MSIP_Label_163535f3-a261-44fa-a080-b5a7b0a48f70_SiteId">
    <vt:lpwstr>7b6f35d2-1f98-4e5e-82eb-e78f6ea5a1de</vt:lpwstr>
  </property>
  <property fmtid="{D5CDD505-2E9C-101B-9397-08002B2CF9AE}" pid="7" name="MSIP_Label_163535f3-a261-44fa-a080-b5a7b0a48f70_ActionId">
    <vt:lpwstr>c27fd387-51b9-46c2-8212-7f557f16f47a</vt:lpwstr>
  </property>
  <property fmtid="{D5CDD505-2E9C-101B-9397-08002B2CF9AE}" pid="8" name="MSIP_Label_163535f3-a261-44fa-a080-b5a7b0a48f70_ContentBits">
    <vt:lpwstr>0</vt:lpwstr>
  </property>
  <property fmtid="{D5CDD505-2E9C-101B-9397-08002B2CF9AE}" pid="9" name="MSIP_Label_163535f3-a261-44fa-a080-b5a7b0a48f70_Tag">
    <vt:lpwstr>10, 3, 0, 1</vt:lpwstr>
  </property>
</Properties>
</file>