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669B2-51C4-48E8-8313-E468DEEFA2F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BAAA9-F324-46BB-A8DF-7D9DDBA16B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7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Welcome everyone. Quick round of introductions for new faces.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Interactive: "Name one thing you used today that has AI in it."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94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Examples to prompt: Google Maps routing, Instagram recommendations, YouTube suggestions, autocomplete on phone, Spotify playlists, spam filters.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**Key line:**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*"AI is not just a tech thing. It's in every industry, every career. Today we'll show you how."*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91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Quick timeline of how fast AI has moved:</a:t>
            </a:r>
          </a:p>
          <a:p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Year | Milestone | Why It Matters 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|------|-----------|----------------|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2020 | GPT-3 launched | First time AI could write like a human 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2021 | DALL-E, GitHub Copilot | AI started creating images and writing code 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2022 | ChatGPT released | AI became mainstream overnight 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2023 | GPT-4, Gemini,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Midjourney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V5 | AI got multimodal -- text, images, code, everything 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2024 | Sora (video), AI Agents | AI started creating videos and working autonomously |</a:t>
            </a:r>
          </a:p>
          <a:p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2025-26 | AI in every workplace | Not a tool anymore -- it's infrastructure |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978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80% of companies will use AI by 2026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97 million new AI-related jobs globally (World Economic Forum)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India's AI market projected to hit $17 billion by 2027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*"This is not hype. This is infrastructure. Like the internet was in 2005. The question is: will you be ready?"*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62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Field 1: Coding &amp; App Development (→ Python Track)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**GitHub Copilot:**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that writes code alongside you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**Cursor, Windsurf:**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AI-powered code editors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Code Review:**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Catches bugs before they ship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**Automated Testing:**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writes test cases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**The reality:**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writes code. But someone has to tell it </a:t>
            </a: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*what*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 build, review if it's correct, and architect the system. That's the builder.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*"Every tech company is hiring people who can work WITH AI, not be replaced by it. That's what the Python track teaches you."*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629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**ChatGPT for Copywriting:**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Ad copy, blog posts, email campaigns in seconds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Ad Targeting:**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Facebook, Google Ads use AI to find your customers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**SEO Tools (Surfer, Jasper):**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optimizes your content for Google rankings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Chatbots:**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24/7 customer support without hiring anyone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**Social Media Analytics:**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predicts what content will go viral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**The reality:**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Every marketing role now requires AI skills. The marketer who uses AI does the work of 10. The one who doesn't gets left behind.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*"Digital marketing without AI is like driving without GPS. You can do it, but why would you?"*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4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Midjourney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DALL-E:**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Create stunning images from text prompts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**Canva AI:**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Auto-generate designs, remove backgrounds, resize instantly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CapCut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, Runway:**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video editing -- auto-captions, effects, cuts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Reels Scripts:**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Generate content ideas and scripts in seconds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**The reality:**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Creators who understand AI tools produce more content, better content, faster. The tools are free or cheap -- the skill is in using them right.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96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Threat Detection:**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Catches attacks that humans would miss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**Anomaly Detection:**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Spots unusual patterns in network traffic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**Automated Pen Testing:**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finds vulnerabilities before hackers do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**The Arms Race:**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writing malware vs AI defending against it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**The reality:**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Security teams can't keep up without AI. And building security tools is one of the highest-paying tech careers.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*"Remember the Network Sentinel we demoed? That's a real cybersecurity tool. Built with Python."*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184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**Personalized Learning:**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adapts lessons to each student's level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Tutors:**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Get explanations in any style, any time, any subject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Assessments:**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generates quizzes, grades answers, gives feedback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**Language Learning:**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Duolingo's AI adapts difficulty in real-time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**The reality:**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The future of education IS AI. And some of you are going to build exactly these tools.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*"The Quiz Master project? That's not just a project -- it's the future of education in miniature."*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93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Type | Who They Are | Examples | Where It's Heading |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|------|-------------|----------|-------------------|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Users**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Use AI tools daily | Marketers, designers, writers, students | The minimum bar. Everyone will be here. |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Builders**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Build AI-powered products | Developers, data scientists, automation engineers | Where the money and demand is. |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Strategists**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Decide how organizations adopt AI | Product managers, CTOs, consultants, founders | Where the leadership is. |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Connect back to Session 1's "Three Levels" (User → Builder → Creator):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*"No matter which course you take at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WorldWithWeb</a:t>
            </a: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-- Python, marketing, design -- we move you from just using AI to building with it."*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264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Python &amp; AI Track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Build real AI-powered applications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7 projects in 6 weeks -- chatbots, games, security tools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Learn to work WITH AI as a co-builder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Career paths: Developer, AI Engineer, Cybersecurity, Data Science</a:t>
            </a:r>
          </a:p>
          <a:p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Digital Marketing Track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Master AI-powered marketing tools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SEO, social media, content creation with AI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Build campaigns that outperform the competition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Career paths: Digital Marketer, Content Strategist, SEO Specialist, Social Media Manager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**Bottom line:**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*"Both tracks make you an AI Builder, not just an AI User. That's the </a:t>
            </a:r>
            <a:r>
              <a:rPr lang="en-US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WorldWithWeb</a:t>
            </a: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difference."*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569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Go around the room. Each person picks the field that excited them most:</a:t>
            </a:r>
          </a:p>
          <a:p>
            <a:r>
              <a:rPr lang="en-US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Coding? Marketing? Design? Security? Education?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 each answer, connect to a specific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WorldWithWeb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course or project.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Closing line: </a:t>
            </a:r>
            <a:r>
              <a:rPr lang="en-US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*"AI is not the future. It's the now. The only question is whether you'll be ready."*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BAAA9-F324-46BB-A8DF-7D9DDBA16B5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4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56032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4D8"/>
                </a:solidFill>
                <a:latin typeface="Calibri"/>
              </a:defRPr>
            </a:pPr>
            <a:r>
              <a:t>AI Trends &amp; The Future of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How AI is changing every career  |  Session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Calibri"/>
              </a:defRPr>
            </a:pPr>
            <a:r>
              <a:t>AI Is Already in Your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"Name one thing you used today that has AI in it."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Google 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86FC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6E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1C"/>
                </a:solidFill>
                <a:latin typeface="Calibri"/>
              </a:defRPr>
            </a:pPr>
            <a:r>
              <a:t>Autocomplete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Spotify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AI Explosion: 2020-2026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727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727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could write like a human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4144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414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Copilot + DALL-E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4144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started coding &amp; creating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10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10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became mainstream overnight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788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788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GPT-4,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788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Multimodal AI -- text, images,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0474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6E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47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Sora, AI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474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creates videos, works autonomously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0644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9161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2025-26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161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Everywhere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9161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Not a tool anymore -- it's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38328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B4D8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of companies will</a:t>
            </a:r>
            <a:br/>
            <a:r>
              <a:t>use AI by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286000"/>
            <a:ext cx="338328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59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E676"/>
                </a:solidFill>
                <a:latin typeface="Calibri"/>
              </a:defRPr>
            </a:pPr>
            <a:r>
              <a:t>97M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4114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new AI-related</a:t>
            </a:r>
            <a:br/>
            <a:r>
              <a:t>jobs globally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2286000"/>
            <a:ext cx="338328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8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9F1C"/>
                </a:solidFill>
                <a:latin typeface="Calibri"/>
              </a:defRPr>
            </a:pPr>
            <a:r>
              <a:t>$17B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8" y="4114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India's AI market</a:t>
            </a:r>
            <a:br/>
            <a:r>
              <a:t>by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"This is not hype. This is infrastructure. Like the internet was in 2005."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AI ACROSS FIELDS  | 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Coding &amp; App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GitHub Copilot -- AI writes code alongside you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Cursor, Windsurf -- AI-powered code editors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Code Review -- catches bugs before they ship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Automated Testing -- AI writes test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writes code.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You decide WHAT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to build.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That's the Builder.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WorldWithWeb Track: Python &amp; AI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1C"/>
                </a:solidFill>
                <a:latin typeface="Calibri"/>
              </a:defRPr>
            </a:pPr>
            <a:r>
              <a:t>AI ACROSS FIELDS  | 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Digital Marketing &amp;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ChatGPT for copywriting -- ads, blogs, emails in seconds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Ad Targeting -- Facebook, Google find your customers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SEO Tools (Surfer, Jasper) -- optimize for Google rankings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Chatbots -- 24/7 customer support, zero hiring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Social Media Analytics -- AI predicts viral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marketer who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uses AI does 10x.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The one who doesn't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gets left behind.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  <a:latin typeface="Calibri"/>
              </a:defRPr>
            </a:pPr>
            <a:r>
              <a:t>WorldWithWeb Track: Digital Marketing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AI ACROSS FIELDS  | 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Content Creation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Midjourney, DALL-E -- stunning images from text prompts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Canva AI -- auto-generate designs, remove backgrounds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CapCut, Runway -- AI video editing, auto-captions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Reels Scripts -- content ideas and scripts instantly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Create more.</a:t>
            </a:r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Create better.</a:t>
            </a:r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Create faster.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BB86FC"/>
                </a:solidFill>
                <a:latin typeface="Calibri"/>
              </a:defRPr>
            </a:pPr>
            <a:r>
              <a:t>AI is the multiplier.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WorldWithWeb Track: Content &amp; Design Bootcamp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6E"/>
                </a:solidFill>
                <a:latin typeface="Calibri"/>
              </a:defRPr>
            </a:pPr>
            <a:r>
              <a:t>AI ACROSS FIELDS  | 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Threat Detection -- catches attacks humans would miss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Anomaly Detection -- spots unusual network patterns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Automated Pen Testing -- finds vulnerabilities first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Arms Race -- AI vs AI in cyber warfare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6E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Security teams can't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survive without AI.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Highest-paying tech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careers start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6E"/>
                </a:solidFill>
                <a:latin typeface="Calibri"/>
              </a:defRPr>
            </a:pPr>
            <a:r>
              <a:t>WorldWithWeb: Python Cybersecurity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AI ACROSS FIELDS  | 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Education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Personalized Learning -- AI adapts to each student's level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Tutors -- explanations in any style, any time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Smart Assessments -- AI generates and grades quizzes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Language Learning -- Duolingo's AI adapts in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You're going to build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exactly this.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00B4D8"/>
                </a:solidFill>
                <a:latin typeface="Calibri"/>
              </a:defRPr>
            </a:pPr>
            <a:r>
              <a:t>Quiz Master. AI Tutor.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Not just projects --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future of education.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WorldWithWeb Projects: Quiz Master, AI Tutor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 Types of AI Careers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9999"/>
                </a:solidFill>
                <a:latin typeface="Calibri"/>
              </a:defRPr>
            </a:pPr>
            <a:r>
              <a:t>Type 1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999999"/>
                </a:solidFill>
                <a:latin typeface="Calibri"/>
              </a:defRPr>
            </a:pPr>
            <a:r>
              <a:t>AI USER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Uses AI tools daily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Marketers, designers,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writers, students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The minimum bar.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Everyone will be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Type 2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00B4D8"/>
                </a:solidFill>
                <a:latin typeface="Calibri"/>
              </a:defRPr>
            </a:pPr>
            <a:r>
              <a:t>AI BUILDER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Builds AI-powered products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Developers, data scientists,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automation engineers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00B4D8"/>
                </a:solidFill>
                <a:latin typeface="Calibri"/>
              </a:defRPr>
            </a:pPr>
            <a:r>
              <a:t>Where the money is.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B4D8"/>
                </a:solidFill>
                <a:latin typeface="Calibri"/>
              </a:defRPr>
            </a:pPr>
            <a:r>
              <a:t>Where the demand 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Type 3</a:t>
            </a:r>
          </a:p>
          <a:p>
            <a:pPr algn="l">
              <a:spcBef>
                <a:spcPts val="600"/>
              </a:spcBef>
              <a:defRPr sz="3000" b="1">
                <a:solidFill>
                  <a:srgbClr val="00E676"/>
                </a:solidFill>
                <a:latin typeface="Calibri"/>
              </a:defRPr>
            </a:pPr>
            <a:r>
              <a:t>AI STRATEGIST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Decides how organizations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adopt AI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PMs, CTOs, founders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Where the leadership is.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Where the vision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WorldWithWeb moves you from User to Builder. In any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Where Does YOUR Course Fit?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Python &amp; AI Track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real AI-powered applications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7 projects in 6 weeks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Chatbots, games, security tools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Learn to work WITH AI as a co-builder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Career paths: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Developer, AI Engineer, Cybersecurity,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Data Science,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30352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1C"/>
                </a:solidFill>
                <a:latin typeface="Calibri"/>
              </a:defRPr>
            </a:pPr>
            <a:r>
              <a:t>Digital Marketing Track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Master AI-powered marketing tools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SEO, social media, content creation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 chatbots, ad targeting, analytics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campaigns that outperform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Career paths: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Digital Marketer, Content Strategist,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SEO Specialist, Social Media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Calibri"/>
              </a:defRPr>
            </a:pPr>
            <a:r>
              <a:t>Both tracks make you an AI Builder, not just an AI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WorldWithWeb Students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676"/>
                </a:solidFill>
                <a:latin typeface="Calibri"/>
              </a:defRPr>
            </a:pPr>
            <a:r>
              <a:t>Real projects. Real portfolio. Real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Quiz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AI-powered quiz on any topic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79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1C"/>
                </a:solidFill>
                <a:latin typeface="Calibri"/>
              </a:defRPr>
            </a:pPr>
            <a:r>
              <a:t>Password Fortress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Security analyzer &amp; cracker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8" y="201168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8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8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Custom personalities &amp;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56E"/>
                </a:solidFill>
                <a:latin typeface="Calibri"/>
              </a:defRPr>
            </a:pPr>
            <a:r>
              <a:t>Network Sentinel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Cybersecurity scanner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79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Space Defender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Playable space shooter game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411480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8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AI Story Forge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AI-generated choose-your-adventure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Which AI Trend</a:t>
            </a:r>
            <a:br/>
            <a:r>
              <a:t>Excites You Most?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Coding?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1C"/>
                </a:solidFill>
                <a:latin typeface="Calibri"/>
              </a:defRPr>
            </a:pPr>
            <a:r>
              <a:t>Marketing?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Calibri"/>
              </a:defRPr>
            </a:pPr>
            <a:r>
              <a:t>Design?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6E"/>
                </a:solidFill>
                <a:latin typeface="Calibri"/>
              </a:defRPr>
            </a:pPr>
            <a:r>
              <a:t>Security?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Education?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[ Open discussion -- each person picks a field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4D8"/>
                </a:solidFill>
                <a:latin typeface="Calibri"/>
              </a:defRPr>
            </a:pPr>
            <a:r>
              <a:t>AI is not the future. It's the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worldwithweb.com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Bef>
                <a:spcPts val="600"/>
              </a:spcBef>
              <a:defRPr sz="2800" b="1">
                <a:solidFill>
                  <a:srgbClr val="00E676"/>
                </a:solidFill>
                <a:latin typeface="Calibri"/>
              </a:defRPr>
            </a:pPr>
            <a:r>
              <a:t>The only question is: will you be ready?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1914</Words>
  <Application>Microsoft Office PowerPoint</Application>
  <PresentationFormat>Widescreen</PresentationFormat>
  <Paragraphs>269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Naaz Verma</cp:lastModifiedBy>
  <cp:revision>4</cp:revision>
  <dcterms:created xsi:type="dcterms:W3CDTF">2013-01-27T09:14:16Z</dcterms:created>
  <dcterms:modified xsi:type="dcterms:W3CDTF">2026-04-04T08:22:39Z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2026-04-01T18:01:53Z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7b0ba6f1-13bf-4a8e-b3da-247293557894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